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FF5FC"/>
            </a:gs>
            <a:gs pos="56000">
              <a:srgbClr val="FBFDFF"/>
            </a:gs>
            <a:gs pos="100000">
              <a:srgbClr val="EAF2FB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BF3FD"/>
              </a:gs>
              <a:gs pos="42000">
                <a:srgbClr val="ACCDEF"/>
              </a:gs>
              <a:gs pos="100000">
                <a:srgbClr val="ECF4FD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5F0FC"/>
              </a:gs>
              <a:gs pos="100000">
                <a:srgbClr val="F9FCFE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C6DDF5"/>
              </a:gs>
              <a:gs pos="64000">
                <a:srgbClr val="F1F7FE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C5DCF5"/>
              </a:gs>
              <a:gs pos="100000">
                <a:srgbClr val="ECF4FD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EEDFC"/>
              </a:gs>
              <a:gs pos="100000">
                <a:srgbClr val="F3F8F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1192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1192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45668A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1192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81A9D2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94655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94655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45668A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119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1192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94655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1192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81A9D2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B7C90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45668A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119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1192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94655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1192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1192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94655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94655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45668A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81A9D2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B7C90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B7C90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1192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B7C90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B7C90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1192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1192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B7C90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B7C90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1192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B7C90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B7C90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B7C90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C3D3E4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B7C90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B7C90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B7C90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1192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蓝4 雾霾蓝</dc:subject>
  <cp:keywords/>
  <dc:description>Made with baoyan-poster-template</dc:description>
</cp:coreProperties>
</file>