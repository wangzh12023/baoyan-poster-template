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0F4"/>
            </a:gs>
            <a:gs pos="56000">
              <a:srgbClr val="FFFBFC"/>
            </a:gs>
            <a:gs pos="100000">
              <a:srgbClr val="FFECF1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EF1"/>
              </a:gs>
              <a:gs pos="42000">
                <a:srgbClr val="FEB2C2"/>
              </a:gs>
              <a:gs pos="100000">
                <a:srgbClr val="FFEFF2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8ED"/>
              </a:gs>
              <a:gs pos="100000">
                <a:srgbClr val="FFFAFB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CCD6"/>
              </a:gs>
              <a:gs pos="64000">
                <a:srgbClr val="FFF3F5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CAD5"/>
              </a:gs>
              <a:gs pos="100000">
                <a:srgbClr val="FFEEF1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E3E8"/>
              </a:gs>
              <a:gs pos="100000">
                <a:srgbClr val="FFF5F6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416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416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EE6E91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416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C93AC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41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41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E6E91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41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416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11416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11416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11416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11416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C93AC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E6E91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41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416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11416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EE6E91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11416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11416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11416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C93AC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416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6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416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6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FC4CC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416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粉5 浅粉黑字</dc:subject>
  <cp:keywords/>
  <dc:description>Made with baoyan-poster-template</dc:description>
</cp:coreProperties>
</file>