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1EF"/>
            </a:gs>
            <a:gs pos="56000">
              <a:srgbClr val="FFFCFB"/>
            </a:gs>
            <a:gs pos="100000">
              <a:srgbClr val="FFECE9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7E3"/>
              </a:gs>
              <a:gs pos="42000">
                <a:srgbClr val="FF9484"/>
              </a:gs>
              <a:gs pos="100000">
                <a:srgbClr val="FFE8E5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0DA"/>
              </a:gs>
              <a:gs pos="100000">
                <a:srgbClr val="FFF8F7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FB9AE"/>
              </a:gs>
              <a:gs pos="64000">
                <a:srgbClr val="FFEFEC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FB7AC"/>
              </a:gs>
              <a:gs pos="100000">
                <a:srgbClr val="FFE8E4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D8D2"/>
              </a:gs>
              <a:gs pos="100000">
                <a:srgbClr val="FFF1EE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F13B2E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B5A4A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C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C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F13B2E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C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21413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21413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21413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21413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B5A4A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F13B2E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C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21413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F13B2E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21413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21413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C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3C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21413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B5A4A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36E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21413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21413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21413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F0C5BE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E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F736E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F736E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红5 朱红黑字</dc:subject>
  <cp:keywords/>
  <dc:description>Made with baoyan-poster-template</dc:description>
</cp:coreProperties>
</file>