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4FF"/>
            </a:gs>
            <a:gs pos="56000">
              <a:srgbClr val="FCFDFF"/>
            </a:gs>
            <a:gs pos="100000">
              <a:srgbClr val="EBF1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2EBFE"/>
              </a:gs>
              <a:gs pos="42000">
                <a:srgbClr val="8AABFF"/>
              </a:gs>
              <a:gs pos="100000">
                <a:srgbClr val="E4ECFE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AE5FF"/>
              </a:gs>
              <a:gs pos="100000">
                <a:srgbClr val="F7F9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AFC6FE"/>
              </a:gs>
              <a:gs pos="64000">
                <a:srgbClr val="EBF1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ADC5FE"/>
              </a:gs>
              <a:gs pos="100000">
                <a:srgbClr val="E4EC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1DFFF"/>
              </a:gs>
              <a:gs pos="100000">
                <a:srgbClr val="EEF3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41823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41823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141FE0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41823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4473FB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D4556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D4556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41FE0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4182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41823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D4556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41823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4473FB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07A90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41FE0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4182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41823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D4556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41823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823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556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D4556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41FE0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4473FB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07A90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07A90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41823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07A90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07A90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41823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41823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07A90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07A90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41823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07A90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07A90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07A90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C2D1F3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07A90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07A90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07A90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41823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蓝3 克莱因蓝</dc:subject>
  <cp:keywords/>
  <dc:description>Made with baoyan-poster-template</dc:description>
</cp:coreProperties>
</file>