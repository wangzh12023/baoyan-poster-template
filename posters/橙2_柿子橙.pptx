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1EB"/>
            </a:gs>
            <a:gs pos="56000">
              <a:srgbClr val="FFFCFB"/>
            </a:gs>
            <a:gs pos="100000">
              <a:srgbClr val="FFEDE5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E9E0"/>
              </a:gs>
              <a:gs pos="42000">
                <a:srgbClr val="FE9D74"/>
              </a:gs>
              <a:gs pos="100000">
                <a:srgbClr val="FFEAE2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2D6"/>
              </a:gs>
              <a:gs pos="100000">
                <a:srgbClr val="FFF9F6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FBEA3"/>
              </a:gs>
              <a:gs pos="64000">
                <a:srgbClr val="FFF0EA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FBCA1"/>
              </a:gs>
              <a:gs pos="100000">
                <a:srgbClr val="FFEAE1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DBCD"/>
              </a:gs>
              <a:gs pos="100000">
                <a:srgbClr val="FFF2ED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211510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211510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EA5202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211510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FD7F44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34038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534038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A5202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2115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0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34038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211510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FD7F44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EA5202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2115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211510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534038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211510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211510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534038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534038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EA5202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FD7F44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E746A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211510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0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211510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211510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FC7B7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E746A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E746A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E746A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211510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橙2 柿子橙</dc:subject>
  <cp:keywords/>
  <dc:description>Made with baoyan-poster-template</dc:description>
</cp:coreProperties>
</file>