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1EF"/>
            </a:gs>
            <a:gs pos="56000">
              <a:srgbClr val="FFFCFC"/>
            </a:gs>
            <a:gs pos="100000">
              <a:srgbClr val="FFECEB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FFE4E2"/>
              </a:gs>
              <a:gs pos="42000">
                <a:srgbClr val="FF8880"/>
              </a:gs>
              <a:gs pos="100000">
                <a:srgbClr val="FFE6E3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FEDCD9"/>
              </a:gs>
              <a:gs pos="100000">
                <a:srgbClr val="FFF7F7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FFB1AA"/>
              </a:gs>
              <a:gs pos="64000">
                <a:srgbClr val="FFEDEB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FFAFA8"/>
              </a:gs>
              <a:gs pos="100000">
                <a:srgbClr val="FFE6E3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FFD4CF"/>
              </a:gs>
              <a:gs pos="100000">
                <a:srgbClr val="FFEFED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221413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221413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D40C1A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221413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F84C48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43F3D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43F3D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D40C1A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221413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21413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43F3D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221413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270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D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543F3D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40C1A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F0C5C1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270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D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543F3D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40C1A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F0C5C1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270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D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543F3D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40C1A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F0C5C1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270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D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543F3D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40C1A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F0C5C1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F84C48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F7270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8F7270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D40C1A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221413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21413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43F3D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221413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270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D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43F3D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40C1A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F0C5C1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D40C1A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270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D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543F3D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40C1A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F0C5C1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270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D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43F3D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40C1A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F0C5C1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270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D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543F3D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40C1A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F0C5C1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F84C48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F7270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8F7270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221413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F7270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8F7270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21413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221413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F7270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8F7270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21413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8F7270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F0C5C1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F7270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8F7270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F0C5C1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F7270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8F7270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8F7270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221413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红2 正红</dc:subject>
  <cp:keywords/>
  <dc:description>Made with baoyan-poster-template</dc:description>
</cp:coreProperties>
</file>