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2FF"/>
            </a:gs>
            <a:gs pos="56000">
              <a:srgbClr val="FDFCFF"/>
            </a:gs>
            <a:gs pos="100000">
              <a:srgbClr val="F2EE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0ECFF"/>
              </a:gs>
              <a:gs pos="42000">
                <a:srgbClr val="C2AEFB"/>
              </a:gs>
              <a:gs pos="100000">
                <a:srgbClr val="F1ED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CE6FF"/>
              </a:gs>
              <a:gs pos="100000">
                <a:srgbClr val="FBF9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D5C8FE"/>
              </a:gs>
              <a:gs pos="64000">
                <a:srgbClr val="F5F2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D4C6FE"/>
              </a:gs>
              <a:gs pos="100000">
                <a:srgbClr val="F1ED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7E0FE"/>
              </a:gs>
              <a:gs pos="100000">
                <a:srgbClr val="F6F4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9162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9162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8154D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9162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A789F0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64254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64254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8154D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9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9162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64254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9162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A789F0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C768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8154D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9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9162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64254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9162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9162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64254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64254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8154D5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A789F0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C768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C768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9162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C768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C768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9162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9162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C768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C768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9162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C768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C768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C768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3CBEF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C768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C768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C768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9162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紫1 薰衣草</dc:subject>
  <cp:keywords/>
  <dc:description>Made with baoyan-poster-template</dc:description>
</cp:coreProperties>
</file>