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1FDF3"/>
            </a:gs>
            <a:gs pos="56000">
              <a:srgbClr val="FCFFFC"/>
            </a:gs>
            <a:gs pos="100000">
              <a:srgbClr val="EDFBE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3FCE8"/>
              </a:gs>
              <a:gs pos="42000">
                <a:srgbClr val="83EAA1"/>
              </a:gs>
              <a:gs pos="100000">
                <a:srgbClr val="E4FCE9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AFBE1"/>
              </a:gs>
              <a:gs pos="100000">
                <a:srgbClr val="F7FEF8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AEF2BF"/>
              </a:gs>
              <a:gs pos="64000">
                <a:srgbClr val="ECFDF0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ACF2BE"/>
              </a:gs>
              <a:gs pos="100000">
                <a:srgbClr val="E4FCE9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1FADA"/>
              </a:gs>
              <a:gs pos="100000">
                <a:srgbClr val="EEFDF1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01B14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01B14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115531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01B14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259F56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84A3E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84A3E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15531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01B14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01B14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84A3E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01B14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E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84A3E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15531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E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84A3E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15531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E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84A3E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15531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E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84A3E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15531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259F56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A8171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15531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01B14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01B14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84A3E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01B14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E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84A3E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15531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115531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E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84A3E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15531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E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84A3E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15531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E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84A3E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15531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259F56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A8171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A8171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01B14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A8171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A8171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01B14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01B14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A8171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A8171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01B14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A8171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A8171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A8171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ADBC1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A8171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A8171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A8171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01B14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绿10 森林墨绿</dc:subject>
  <cp:keywords/>
  <dc:description>Made with baoyan-poster-template</dc:description>
</cp:coreProperties>
</file>