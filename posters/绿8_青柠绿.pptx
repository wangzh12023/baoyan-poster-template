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DE8"/>
            </a:gs>
            <a:gs pos="56000">
              <a:srgbClr val="FDFFFA"/>
            </a:gs>
            <a:gs pos="100000">
              <a:srgbClr val="F2FBE3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0FFDE"/>
              </a:gs>
              <a:gs pos="42000">
                <a:srgbClr val="C1F46F"/>
              </a:gs>
              <a:gs pos="100000">
                <a:srgbClr val="F1FFE0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ECFFD4"/>
              </a:gs>
              <a:gs pos="100000">
                <a:srgbClr val="FBFFF6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D5F9A2"/>
              </a:gs>
              <a:gs pos="64000">
                <a:srgbClr val="F5FFE9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D4F9A0"/>
              </a:gs>
              <a:gs pos="100000">
                <a:srgbClr val="F1FFE0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E7FFCA"/>
              </a:gs>
              <a:gs pos="100000">
                <a:srgbClr val="F6FFEC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51A10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51A10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4F8D11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51A10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51A10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51A10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AEE83D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51A10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F4938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F4938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4F8D11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51A10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51A10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F4938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51A10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51A10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27F69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F4938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F4938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F8D11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C8D8B5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51A10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27F69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F4938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F4938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F8D11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C8D8B5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51A10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27F69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F4938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F4938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F8D11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C8D8B5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51A10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27F69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F4938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F4938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F8D11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C8D8B5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AEE83D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27F69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27F69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4F8D11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51A10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51A10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F4938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51A10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51A10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27F69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F4938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F4938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F8D11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C8D8B5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51A10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4F8D11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27F69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F4938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F4938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F8D11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C8D8B5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51A10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27F69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F4938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F4938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F8D11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C8D8B5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51A10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27F69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F4938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F4938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F8D11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C8D8B5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AEE83D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27F69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27F69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51A10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27F69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27F69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51A10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51A10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27F69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27F69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51A10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27F69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C8D8B5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27F69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27F69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C8D8B5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27F69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27F69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27F69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51A10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绿8 青柠绿</dc:subject>
  <cp:keywords/>
  <dc:description>Made with baoyan-poster-template</dc:description>
</cp:coreProperties>
</file>