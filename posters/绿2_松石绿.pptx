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FFDF6"/>
            </a:gs>
            <a:gs pos="56000">
              <a:srgbClr val="FCFFFD"/>
            </a:gs>
            <a:gs pos="100000">
              <a:srgbClr val="EAFCF3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1FCEF"/>
              </a:gs>
              <a:gs pos="42000">
                <a:srgbClr val="77EBBE"/>
              </a:gs>
              <a:gs pos="100000">
                <a:srgbClr val="E3FCF0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8FBEB"/>
              </a:gs>
              <a:gs pos="100000">
                <a:srgbClr val="F6FEFA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A8F3D3"/>
              </a:gs>
              <a:gs pos="64000">
                <a:srgbClr val="EBFDF4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A5F3D2"/>
              </a:gs>
              <a:gs pos="100000">
                <a:srgbClr val="E2FCF0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EFAE6"/>
              </a:gs>
              <a:gs pos="100000">
                <a:srgbClr val="EDFDF6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E1C16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E1C16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1F6B52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E1C16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34C696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64A41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64A41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F6B52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E1C1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E1C16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64A41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E1C16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64A41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64A41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64A41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64A41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64A41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64A41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64A41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64A41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34C696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78175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F6B52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E1C1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E1C16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64A41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E1C16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64A41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64A41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64A41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64A41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64A41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64A41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6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64A41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64A41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F6B52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34C696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78175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78175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E1C16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78175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78175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E1C16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E1C16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78175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78175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E1C16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78175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78175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78175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3DCC9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78175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78175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78175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E1C16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绿2 松石绿</dc:subject>
  <cp:keywords/>
  <dc:description>Made with baoyan-poster-template</dc:description>
</cp:coreProperties>
</file>