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F9"/>
            </a:gs>
            <a:gs pos="56000">
              <a:srgbClr val="FEFCFE"/>
            </a:gs>
            <a:gs pos="100000">
              <a:srgbClr val="F6EEF7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7EFF8"/>
              </a:gs>
              <a:gs pos="42000">
                <a:srgbClr val="DABBDF"/>
              </a:gs>
              <a:gs pos="100000">
                <a:srgbClr val="F8F0F9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5EAF6"/>
              </a:gs>
              <a:gs pos="100000">
                <a:srgbClr val="FDFAFD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E7D1EA"/>
              </a:gs>
              <a:gs pos="64000">
                <a:srgbClr val="FAF4FA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E6CFE9"/>
              </a:gs>
              <a:gs pos="100000">
                <a:srgbClr val="F8EFF9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3E5F4"/>
              </a:gs>
              <a:gs pos="100000">
                <a:srgbClr val="FAF5FB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D151E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D151E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7A537D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D151E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C097C6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D404E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D404E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7A537D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D15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51E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D404E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D151E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C097C6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57387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7A537D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D15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51E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D404E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D151E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E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D404E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D404E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7A537D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C097C6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57387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57387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D151E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57387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57387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51E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D151E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57387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57387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51E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57387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57387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57387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BCBDD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57387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57387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57387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D151E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紫4 藕荷</dc:subject>
  <cp:keywords/>
  <dc:description>Made with baoyan-poster-template</dc:description>
</cp:coreProperties>
</file>