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3FC"/>
            </a:gs>
            <a:gs pos="56000">
              <a:srgbClr val="F4F0FD"/>
            </a:gs>
            <a:gs pos="100000">
              <a:srgbClr val="E6DCFA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5DAFD"/>
              </a:gs>
              <a:gs pos="42000">
                <a:srgbClr val="BE9FFA"/>
              </a:gs>
              <a:gs pos="100000">
                <a:srgbClr val="E6DBFD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1D5FD"/>
              </a:gs>
              <a:gs pos="100000">
                <a:srgbClr val="EEE7FD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EB8FC"/>
              </a:gs>
              <a:gs pos="64000">
                <a:srgbClr val="E9E1FD"/>
              </a:gs>
              <a:gs pos="100000">
                <a:srgbClr val="F2EDFD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DB7FD"/>
              </a:gs>
              <a:gs pos="100000">
                <a:srgbClr val="E6DBFD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DCFFD"/>
              </a:gs>
              <a:gs pos="100000">
                <a:srgbClr val="EAE2F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6F34BD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A162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A376E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74253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74253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6F34BD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74253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A376E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6F34BD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A162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74253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A162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74253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74253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6F34BD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A376E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D768D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A162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A162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A162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A162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C4B4E5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D768D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D768D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D768D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A162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紫6 满底浅紫</dc:subject>
  <cp:keywords/>
  <dc:description>Made with baoyan-poster-template</dc:description>
</cp:coreProperties>
</file>