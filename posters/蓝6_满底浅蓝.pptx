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9EAFF"/>
            </a:gs>
            <a:gs pos="56000">
              <a:srgbClr val="EBF3FE"/>
            </a:gs>
            <a:gs pos="100000">
              <a:srgbClr val="CFE4FE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CFE3FE"/>
              </a:gs>
              <a:gs pos="42000">
                <a:srgbClr val="81B3FD"/>
              </a:gs>
              <a:gs pos="100000">
                <a:srgbClr val="D0E3FE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C7DEFE"/>
              </a:gs>
              <a:gs pos="100000">
                <a:srgbClr val="E0EDFE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A1C7FE"/>
              </a:gs>
              <a:gs pos="64000">
                <a:srgbClr val="D7E7FE"/>
              </a:gs>
              <a:gs pos="100000">
                <a:srgbClr val="E7F1FE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9FC6FE"/>
              </a:gs>
              <a:gs pos="100000">
                <a:srgbClr val="D0E3FE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C0D9FE"/>
              </a:gs>
              <a:gs pos="100000">
                <a:srgbClr val="D9E8FE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21922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21922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0D50C3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21922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438AF1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21922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C4655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C4655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D50C3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2192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21922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C4655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21922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C4655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C4655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D50C3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9FC1EB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C4655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C4655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D50C3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9FC1EB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C4655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C4655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D50C3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9FC1EB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C4655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C4655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D50C3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9FC1EB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438AF1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E7B90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D50C3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2192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21922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C4655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21922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C4655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C4655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D50C3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9FC1EB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0D50C3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C4655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C4655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D50C3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9FC1EB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C4655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C4655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D50C3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9FC1EB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922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C4655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C4655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D50C3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9FC1EB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438AF1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E7B90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E7B90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21922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E7B90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E7B90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21922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21922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E7B90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E7B90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21922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E7B90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9FC1EB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E7B90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E7B90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9FC1EB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E7B90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E7B90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E7B90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21922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蓝6 满底浅蓝</dc:subject>
  <cp:keywords/>
  <dc:description>Made with baoyan-poster-template</dc:description>
</cp:coreProperties>
</file>