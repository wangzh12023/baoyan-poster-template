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FCF6"/>
            </a:gs>
            <a:gs pos="56000">
              <a:srgbClr val="FCFFFD"/>
            </a:gs>
            <a:gs pos="100000">
              <a:srgbClr val="EFFAF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BF9F1"/>
              </a:gs>
              <a:gs pos="42000">
                <a:srgbClr val="ABE2C3"/>
              </a:gs>
              <a:gs pos="100000">
                <a:srgbClr val="ECF9F2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5F7EC"/>
              </a:gs>
              <a:gs pos="100000">
                <a:srgbClr val="F9FDFB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6ECD6"/>
              </a:gs>
              <a:gs pos="64000">
                <a:srgbClr val="F1FBF5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5EBD5"/>
              </a:gs>
              <a:gs pos="100000">
                <a:srgbClr val="ECF9F1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FF6E8"/>
              </a:gs>
              <a:gs pos="100000">
                <a:srgbClr val="F3FBF6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F1B15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F1B15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406F56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F1B15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81BA9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74A3F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74A3F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06F56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F1B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F1B15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74A3F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F1B15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81BA9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88173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06F56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F1B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F1B15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74A3F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F1B15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F1B15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74A3F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74A3F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06F56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81BA9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88173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88173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F1B15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88173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88173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F1B15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F1B15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88173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88173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F1B15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88173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88173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88173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1D7CA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88173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88173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88173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F1B15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绿5 鼠尾草</dc:subject>
  <cp:keywords/>
  <dc:description>Made with baoyan-poster-template</dc:description>
</cp:coreProperties>
</file>