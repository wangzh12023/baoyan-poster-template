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EC"/>
            </a:gs>
            <a:gs pos="56000">
              <a:srgbClr val="FFFCFA"/>
            </a:gs>
            <a:gs pos="100000">
              <a:srgbClr val="FFEEE7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EEB"/>
              </a:gs>
              <a:gs pos="42000">
                <a:srgbClr val="FFB3A9"/>
              </a:gs>
              <a:gs pos="100000">
                <a:srgbClr val="FFEFED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9E6"/>
              </a:gs>
              <a:gs pos="100000">
                <a:srgbClr val="FFFAF9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CDC6"/>
              </a:gs>
              <a:gs pos="64000">
                <a:srgbClr val="FFF3F2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CCC4"/>
              </a:gs>
              <a:gs pos="100000">
                <a:srgbClr val="FFEFEC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E4E0"/>
              </a:gs>
              <a:gs pos="100000">
                <a:srgbClr val="FFF5F3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51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51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E7685B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51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EA892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4039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4039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7685B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5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1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4039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51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4039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40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4039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4039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4039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4039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4039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4039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EA892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E746A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7685B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5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1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4039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51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40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40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4039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40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40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40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4039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4039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7685B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EA892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E746A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51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46A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E746A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1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51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46A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E746A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1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E746A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46A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E746A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F0C5BF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46A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E746A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E746A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51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粉2 蜜桃粉</dc:subject>
  <cp:keywords/>
  <dc:description>Made with baoyan-poster-template</dc:description>
</cp:coreProperties>
</file>