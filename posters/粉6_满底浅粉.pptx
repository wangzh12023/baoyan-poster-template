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2E9"/>
            </a:gs>
            <a:gs pos="56000">
              <a:srgbClr val="FFF1F4"/>
            </a:gs>
            <a:gs pos="100000">
              <a:srgbClr val="FFDBE4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DFE5"/>
              </a:gs>
              <a:gs pos="42000">
                <a:srgbClr val="FEADBA"/>
              </a:gs>
              <a:gs pos="100000">
                <a:srgbClr val="FFE0E6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DAE1"/>
              </a:gs>
              <a:gs pos="100000">
                <a:srgbClr val="FFE9ED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C2CC"/>
              </a:gs>
              <a:gs pos="64000">
                <a:srgbClr val="FFE4E8"/>
              </a:gs>
              <a:gs pos="100000">
                <a:srgbClr val="FFEDF1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FC1CB"/>
              </a:gs>
              <a:gs pos="100000">
                <a:srgbClr val="FFDFE5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7DD"/>
              </a:gs>
              <a:gs pos="100000">
                <a:srgbClr val="FFE5E9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D34570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416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3829D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41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43F41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34570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41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3829D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D34570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416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43F41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416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43F41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43F41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D34570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3829D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275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416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6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416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416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6ACB5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275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E7275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E7275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416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粉6 满底浅粉</dc:subject>
  <cp:keywords/>
  <dc:description>Made with baoyan-poster-template</dc:description>
</cp:coreProperties>
</file>