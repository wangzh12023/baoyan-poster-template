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9FF"/>
            </a:gs>
            <a:gs pos="56000">
              <a:srgbClr val="FFFFFF"/>
            </a:gs>
            <a:gs pos="100000">
              <a:srgbClr val="F4F8F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EF4FF"/>
              </a:gs>
              <a:gs pos="42000">
                <a:srgbClr val="B7CFFE"/>
              </a:gs>
              <a:gs pos="100000">
                <a:srgbClr val="EFF5FF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EAF1FF"/>
              </a:gs>
              <a:gs pos="100000">
                <a:srgbClr val="FAFC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CEDEFE"/>
              </a:gs>
              <a:gs pos="64000">
                <a:srgbClr val="F4F7F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CDDEFF"/>
              </a:gs>
              <a:gs pos="100000">
                <a:srgbClr val="EFF4F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E5EDFF"/>
              </a:gs>
              <a:gs pos="100000">
                <a:srgbClr val="F5F8F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21726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21726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2345B0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726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726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21726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628EED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21726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A4152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A4152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2345B0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21726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21726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A4152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21726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726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8193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A4152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A4152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45B0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FCBE2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726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8193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A4152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A4152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45B0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FCBE2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726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8193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A4152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A4152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45B0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FCBE2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726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8193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A4152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A4152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45B0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FCBE2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628EED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A8193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A8193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2345B0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21726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21726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A4152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21726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726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8193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A4152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A4152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45B0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FCBE2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726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2345B0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8193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A4152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A4152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45B0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FCBE2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726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8193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A4152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A4152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45B0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FCBE2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726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8193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A4152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A4152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45B0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FCBE2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628EED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A8193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A8193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21726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A8193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A8193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21726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21726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A8193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A8193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21726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A8193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FCBE2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A8193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A8193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FCBE2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A8193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A8193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A8193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21726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蓝1 钴蓝</dc:subject>
  <cp:keywords/>
  <dc:description>Made with baoyan-poster-template</dc:description>
</cp:coreProperties>
</file>