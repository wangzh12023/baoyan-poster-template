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3FF"/>
            </a:gs>
            <a:gs pos="56000">
              <a:srgbClr val="FDFCFF"/>
            </a:gs>
            <a:gs pos="100000">
              <a:srgbClr val="F0EF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BE9FF"/>
              </a:gs>
              <a:gs pos="42000">
                <a:srgbClr val="B2A2FD"/>
              </a:gs>
              <a:gs pos="100000">
                <a:srgbClr val="ECEA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E6E2FF"/>
              </a:gs>
              <a:gs pos="100000">
                <a:srgbClr val="F9F9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C9C0FF"/>
              </a:gs>
              <a:gs pos="64000">
                <a:srgbClr val="F2F0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C8BEFF"/>
              </a:gs>
              <a:gs pos="100000">
                <a:srgbClr val="ECEA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E0DBFE"/>
              </a:gs>
              <a:gs pos="100000">
                <a:srgbClr val="F3F2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8172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8172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5C25B9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8172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8C69ED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54254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54254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5C25B9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817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8172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54254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8172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8C69ED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7A778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5C25B9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8172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8172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54254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8172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8172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54254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54254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5C25B9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8C69ED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7A778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7A778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8172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778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7A778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8172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8172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778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7A778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8172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7A778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778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7A778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D0CCF0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7A778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7A778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7A778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8172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紫3 葡萄紫</dc:subject>
  <cp:keywords/>
  <dc:description>Made with baoyan-poster-template</dc:description>
</cp:coreProperties>
</file>