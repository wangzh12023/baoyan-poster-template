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BFEFD"/>
            </a:gs>
            <a:gs pos="56000">
              <a:srgbClr val="FBFFFF"/>
            </a:gs>
            <a:gs pos="100000">
              <a:srgbClr val="E5FCF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CFEFD"/>
              </a:gs>
              <a:gs pos="42000">
                <a:srgbClr val="50F0F2"/>
              </a:gs>
              <a:gs pos="100000">
                <a:srgbClr val="DEFEFD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1FDFD"/>
              </a:gs>
              <a:gs pos="100000">
                <a:srgbClr val="F5FFFE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8F7F7"/>
              </a:gs>
              <a:gs pos="64000">
                <a:srgbClr val="E8FEFE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94F6F7"/>
              </a:gs>
              <a:gs pos="100000">
                <a:srgbClr val="DEFEFD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6FDFD"/>
              </a:gs>
              <a:gs pos="100000">
                <a:srgbClr val="EBFEF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B1B1C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B1B1C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0889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B1B1C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29D7D9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B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24A4B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0889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B1B1C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C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B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B1B1C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29D7D9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18183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0889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B1B1C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B1B1C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24A4B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B1B1C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B1B1C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24A4B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24A4B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0889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29D7D9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18183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18183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B1B1C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18183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18183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C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B1B1C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18183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18183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B1B1C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18183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18183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18183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ABDCDC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18183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18183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18183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B1B1C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青1 湖水青</dc:subject>
  <cp:keywords/>
  <dc:description>Made with baoyan-poster-template</dc:description>
</cp:coreProperties>
</file>