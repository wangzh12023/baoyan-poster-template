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CF6FF"/>
            </a:gs>
            <a:gs pos="56000">
              <a:srgbClr val="FBFDFF"/>
            </a:gs>
            <a:gs pos="100000">
              <a:srgbClr val="E6F3F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5F2FF"/>
              </a:gs>
              <a:gs pos="42000">
                <a:srgbClr val="8DC9FE"/>
              </a:gs>
              <a:gs pos="100000">
                <a:srgbClr val="E7F3FF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DEFFF"/>
              </a:gs>
              <a:gs pos="100000">
                <a:srgbClr val="F8FBF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B3DBFF"/>
              </a:gs>
              <a:gs pos="64000">
                <a:srgbClr val="EDF7F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B2DAFE"/>
              </a:gs>
              <a:gs pos="100000">
                <a:srgbClr val="E6F3F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D5EBFF"/>
              </a:gs>
              <a:gs pos="100000">
                <a:srgbClr val="F0F8FF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11922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11922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167CD4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11922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55ABF7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94655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94655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67CD4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1192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11922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94655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11922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8F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67CD4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B7D5F0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8F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67CD4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B7D5F0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8F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67CD4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B7D5F0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8F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67CD4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B7D5F0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55ABF7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B7C8F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B7C8F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67CD4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1192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11922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94655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11922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8F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67CD4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B7D5F0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167CD4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8F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67CD4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B7D5F0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8F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67CD4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B7D5F0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8F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67CD4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B7D5F0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55ABF7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B7C8F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B7C8F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11922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B7C8F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B7C8F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11922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11922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B7C8F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B7C8F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11922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B7C8F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B7D5F0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B7C8F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B7C8F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B7D5F0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B7C8F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B7C8F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B7C8F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11922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蓝2 天蓝</dc:subject>
  <cp:keywords/>
  <dc:description>Made with baoyan-poster-template</dc:description>
</cp:coreProperties>
</file>