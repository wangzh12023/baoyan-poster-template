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4F6E9"/>
            </a:gs>
            <a:gs pos="56000">
              <a:srgbClr val="E9FAF4"/>
            </a:gs>
            <a:gs pos="100000">
              <a:srgbClr val="C9F3E3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C5F7E3"/>
              </a:gs>
              <a:gs pos="42000">
                <a:srgbClr val="40E7B5"/>
              </a:gs>
              <a:gs pos="100000">
                <a:srgbClr val="C6F7E3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BAF6DE"/>
              </a:gs>
              <a:gs pos="100000">
                <a:srgbClr val="DCF8EC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84EEC7"/>
              </a:gs>
              <a:gs pos="64000">
                <a:srgbClr val="CFF8E7"/>
              </a:gs>
              <a:gs pos="100000">
                <a:srgbClr val="E5F9F1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81EEC6"/>
              </a:gs>
              <a:gs pos="100000">
                <a:srgbClr val="C6F7E3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AFF6D9"/>
              </a:gs>
              <a:gs pos="100000">
                <a:srgbClr val="D2F8E8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0E1C17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0E1C17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036E55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E1C17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E1C17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0E1C17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23C79D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0E1C17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54A42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54A42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036E55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0E1C17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0E1C17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54A42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0E1C17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E1C17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68277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54A42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354A42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36E55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90CDB7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E1C17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68277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54A42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354A42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36E55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90CDB7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E1C17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68277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54A42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354A42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36E55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90CDB7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E1C17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68277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54A42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354A42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36E55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90CDB7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23C79D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668277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668277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036E55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0E1C17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0E1C17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54A42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0E1C17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E1C17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68277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54A42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54A42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36E55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90CDB7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E1C17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036E55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68277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54A42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354A42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36E55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90CDB7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E1C17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68277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54A42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54A42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36E55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90CDB7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E1C17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68277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54A42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354A42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36E55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90CDB7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23C79D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668277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668277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0E1C17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68277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668277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0E1C17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0E1C17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68277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668277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0E1C17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668277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90CDB7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68277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668277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90CDB7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68277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668277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668277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0E1C17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绿6 满底薄荷</dc:subject>
  <cp:keywords/>
  <dc:description>Made with baoyan-poster-template</dc:description>
</cp:coreProperties>
</file>