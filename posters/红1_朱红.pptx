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1EE"/>
            </a:gs>
            <a:gs pos="56000">
              <a:srgbClr val="FFFCFB"/>
            </a:gs>
            <a:gs pos="100000">
              <a:srgbClr val="FFECE9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EE7E2"/>
              </a:gs>
              <a:gs pos="42000">
                <a:srgbClr val="FF9481"/>
              </a:gs>
              <a:gs pos="100000">
                <a:srgbClr val="FFE8E4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0DA"/>
              </a:gs>
              <a:gs pos="100000">
                <a:srgbClr val="FFF8F7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EB9AC"/>
              </a:gs>
              <a:gs pos="64000">
                <a:srgbClr val="FFEFEC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B7AA"/>
              </a:gs>
              <a:gs pos="100000">
                <a:srgbClr val="FFE8E4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ED8D1"/>
              </a:gs>
              <a:gs pos="100000">
                <a:srgbClr val="FFF1EE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11512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11512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E63B25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11512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E6E57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C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C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63B25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1151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512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C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11512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63B25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F0C6BD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63B25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F0C6BD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63B25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F0C6BD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63B25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F0C6BD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E6E57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63B25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1151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512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C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11512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63B25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F0C6BD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E63B25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63B25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F0C6BD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63B25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F0C6BD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2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63B25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F0C6BD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E6E57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11512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512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11512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512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F0C6BD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F0C6BD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11512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红1 朱红</dc:subject>
  <cp:keywords/>
  <dc:description>Made with baoyan-poster-template</dc:description>
</cp:coreProperties>
</file>