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0FF"/>
            </a:gs>
            <a:gs pos="56000">
              <a:srgbClr val="FEFCFF"/>
            </a:gs>
            <a:gs pos="100000">
              <a:srgbClr val="F9ECFF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9EAFF"/>
              </a:gs>
              <a:gs pos="42000">
                <a:srgbClr val="DFA9F5"/>
              </a:gs>
              <a:gs pos="100000">
                <a:srgbClr val="F9EBFF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7E4FF"/>
              </a:gs>
              <a:gs pos="100000">
                <a:srgbClr val="FDF9FF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EAC4FA"/>
              </a:gs>
              <a:gs pos="64000">
                <a:srgbClr val="FBF1FF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EAC3FA"/>
              </a:gs>
              <a:gs pos="100000">
                <a:srgbClr val="F9EBFF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5DDFF"/>
              </a:gs>
              <a:gs pos="100000">
                <a:srgbClr val="FBF3FF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D151F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D151F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A84BC0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F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F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D151F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D085E9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D151F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C4050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C4050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A84BC0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D151F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D151F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C4050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D151F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F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488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050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4C4050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84BC0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DEC8E8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F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488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050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4C4050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84BC0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DEC8E8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F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488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050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4C4050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84BC0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DEC8E8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F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488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050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4C4050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84BC0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DEC8E8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D085E9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47488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47488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A84BC0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D151F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D151F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C4050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D151F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F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488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050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C4050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84BC0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DEC8E8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F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A84BC0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488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050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4C4050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84BC0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DEC8E8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F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488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050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C4050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84BC0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DEC8E8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D151F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47488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C4050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4C4050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A84BC0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DEC8E8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D085E9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47488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47488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D151F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47488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47488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D151F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D151F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47488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47488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D151F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47488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DEC8E8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47488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47488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DEC8E8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47488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47488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47488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D151F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紫2 香芋紫</dc:subject>
  <cp:keywords/>
  <dc:description>Made with baoyan-poster-template</dc:description>
</cp:coreProperties>
</file>