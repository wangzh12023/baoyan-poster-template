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2CA"/>
            </a:gs>
            <a:gs pos="56000">
              <a:srgbClr val="FEF0E4"/>
            </a:gs>
            <a:gs pos="100000">
              <a:srgbClr val="FDDBBE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EDAC0"/>
              </a:gs>
              <a:gs pos="42000">
                <a:srgbClr val="FE9A53"/>
              </a:gs>
              <a:gs pos="100000">
                <a:srgbClr val="FEDBC2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DD5B8"/>
              </a:gs>
              <a:gs pos="100000">
                <a:srgbClr val="FEE7D5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DB786"/>
              </a:gs>
              <a:gs pos="64000">
                <a:srgbClr val="FEE1CA"/>
              </a:gs>
              <a:gs pos="100000">
                <a:srgbClr val="FEEDDE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DB584"/>
              </a:gs>
              <a:gs pos="100000">
                <a:srgbClr val="FEDBC2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ECFAE"/>
              </a:gs>
              <a:gs pos="100000">
                <a:srgbClr val="FEE2CD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50F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50F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D1530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50F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58028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24136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24136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1530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50F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0F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24136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50F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58028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C7567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1530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50F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0F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24136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50F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0F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24136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24136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15300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58028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C7567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C7567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50F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7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C7567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0F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50F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7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C7567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0F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C7567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7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C7567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FB490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C7567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C7567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C7567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50F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橙6 满底浅橙</dc:subject>
  <cp:keywords/>
  <dc:description>Made with baoyan-poster-template</dc:description>
</cp:coreProperties>
</file>