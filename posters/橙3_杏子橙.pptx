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E4"/>
            </a:gs>
            <a:gs pos="56000">
              <a:srgbClr val="FFFCF9"/>
            </a:gs>
            <a:gs pos="100000">
              <a:srgbClr val="FFEEDB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F0E1"/>
              </a:gs>
              <a:gs pos="42000">
                <a:srgbClr val="FEBB74"/>
              </a:gs>
              <a:gs pos="100000">
                <a:srgbClr val="FFF1E3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CD9"/>
              </a:gs>
              <a:gs pos="100000">
                <a:srgbClr val="FFFBF7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ED2A6"/>
              </a:gs>
              <a:gs pos="64000">
                <a:srgbClr val="FFF5EB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D1A3"/>
              </a:gs>
              <a:gs pos="100000">
                <a:srgbClr val="FFF1E3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E7CF"/>
              </a:gs>
              <a:gs pos="100000">
                <a:srgbClr val="FFF6ED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0160E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0160E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DF7B0C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E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E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0160E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CAE52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0160E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14235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14235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F7B0C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0160E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0160E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14235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0160E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E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A7665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14235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14235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F7B0C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8CBAF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E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A7665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14235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14235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F7B0C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8CBAF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E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A7665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14235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14235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F7B0C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8CBAF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E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A7665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14235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14235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F7B0C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8CBAF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CAE52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A7665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A7665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F7B0C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0160E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0160E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14235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0160E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E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A7665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14235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14235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F7B0C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8CBAF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E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DF7B0C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A7665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14235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14235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F7B0C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8CBAF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E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A7665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14235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14235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F7B0C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8CBAF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0160E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A7665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14235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14235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F7B0C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8CBAF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CAE52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A7665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A7665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0160E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A7665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A7665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0160E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0160E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A7665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A7665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0160E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A7665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8CBAF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A7665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A7665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8CBAF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A7665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A7665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A7665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0160E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橙3 杏子橙</dc:subject>
  <cp:keywords/>
  <dc:description>Made with baoyan-poster-template</dc:description>
</cp:coreProperties>
</file>