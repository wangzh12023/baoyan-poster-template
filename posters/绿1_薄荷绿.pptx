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FFFF9"/>
            </a:gs>
            <a:gs pos="56000">
              <a:srgbClr val="FFFFFF"/>
            </a:gs>
            <a:gs pos="100000">
              <a:srgbClr val="EDFFF8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DCFFF2"/>
              </a:gs>
              <a:gs pos="42000">
                <a:srgbClr val="41F5C7"/>
              </a:gs>
              <a:gs pos="100000">
                <a:srgbClr val="DEFFF3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1FFEE"/>
              </a:gs>
              <a:gs pos="100000">
                <a:srgbClr val="F5FFFB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93FAD9"/>
              </a:gs>
              <a:gs pos="64000">
                <a:srgbClr val="E7FFF6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8FFAD8"/>
              </a:gs>
              <a:gs pos="100000">
                <a:srgbClr val="DEFFF2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C3FFEA"/>
              </a:gs>
              <a:gs pos="100000">
                <a:srgbClr val="EAFFF7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E1C17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E1C17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B8A68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E1C17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00EAB0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54A42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54A42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B8A68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E1C17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E1C17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54A42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E1C17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8A68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8A68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8A68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8A68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00EAB0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68277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B8A68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E1C17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E1C17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54A42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E1C17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8A68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B8A68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8A68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8A68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C17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A42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54A42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B8A68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00EAB0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68277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68277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E1C17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68277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68277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E1C17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E1C17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68277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68277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E1C17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68277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68277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68277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B1DCCD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68277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68277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68277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E1C17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绿1 薄荷绿</dc:subject>
  <cp:keywords/>
  <dc:description>Made with baoyan-poster-template</dc:description>
</cp:coreProperties>
</file>