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1FCFA"/>
            </a:gs>
            <a:gs pos="56000">
              <a:srgbClr val="FCFFFE"/>
            </a:gs>
            <a:gs pos="100000">
              <a:srgbClr val="EDFAF8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AFAF7"/>
              </a:gs>
              <a:gs pos="42000">
                <a:srgbClr val="A5E5DC"/>
              </a:gs>
              <a:gs pos="100000">
                <a:srgbClr val="EBFAF8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E3F8F5"/>
              </a:gs>
              <a:gs pos="100000">
                <a:srgbClr val="F9FDFD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C3EEE8"/>
              </a:gs>
              <a:gs pos="64000">
                <a:srgbClr val="F1FBFA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C1EDE7"/>
              </a:gs>
              <a:gs pos="100000">
                <a:srgbClr val="EBFAF8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DF7F3"/>
              </a:gs>
              <a:gs pos="100000">
                <a:srgbClr val="F2FCFA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B1C1A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B1C1A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38716F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C1A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C1A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B1C1A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7BC0B9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B1C1A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24A48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24A48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38716F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B1C1A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B1C1A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24A48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B1C1A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C1A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7F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8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24A48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38716F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CD8D4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C1A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7F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8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24A48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38716F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CD8D4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C1A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7F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8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24A48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38716F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CD8D4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C1A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7F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8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24A48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38716F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CD8D4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7BC0B9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2817F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2817F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38716F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B1C1A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B1C1A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24A48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B1C1A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C1A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7F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8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24A48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38716F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CD8D4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C1A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38716F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7F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8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24A48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38716F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CD8D4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C1A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7F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8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24A48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38716F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CD8D4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C1A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7F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8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24A48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38716F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CD8D4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7BC0B9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2817F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2817F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B1C1A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7F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2817F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B1C1A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B1C1A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7F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2817F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B1C1A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2817F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CD8D4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7F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2817F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CD8D4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7F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2817F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2817F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B1C1A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青4 青瓷</dc:subject>
  <cp:keywords/>
  <dc:description>Made with baoyan-poster-template</dc:description>
</cp:coreProperties>
</file>