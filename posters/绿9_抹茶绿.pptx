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6FBF0"/>
            </a:gs>
            <a:gs pos="56000">
              <a:srgbClr val="FDFFFC"/>
            </a:gs>
            <a:gs pos="100000">
              <a:srgbClr val="F3FAEC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FFAE9"/>
              </a:gs>
              <a:gs pos="42000">
                <a:srgbClr val="BCE4A4"/>
              </a:gs>
              <a:gs pos="100000">
                <a:srgbClr val="F0FAEA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AF8E2"/>
              </a:gs>
              <a:gs pos="100000">
                <a:srgbClr val="FAFDF9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D2EEC1"/>
              </a:gs>
              <a:gs pos="64000">
                <a:srgbClr val="F4FBF0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D1EDC0"/>
              </a:gs>
              <a:gs pos="100000">
                <a:srgbClr val="F0FAEA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E6F7DC"/>
              </a:gs>
              <a:gs pos="100000">
                <a:srgbClr val="F5FCF2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41B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41B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4E793E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41B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97C878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E4939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E4939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E793E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41B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41B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E4939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41B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97C878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1806A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E793E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41B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41B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E4939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41B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41B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E4939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E4939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E793E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97C878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1806A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1806A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41B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1806A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1806A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41B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41B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1806A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1806A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41B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1806A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1806A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1806A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CCD9C2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1806A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1806A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1806A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41B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绿9 抹茶绿</dc:subject>
  <cp:keywords/>
  <dc:description>Made with baoyan-poster-template</dc:description>
</cp:coreProperties>
</file>