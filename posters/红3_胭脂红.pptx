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0F1"/>
            </a:gs>
            <a:gs pos="56000">
              <a:srgbClr val="FFFCFC"/>
            </a:gs>
            <a:gs pos="100000">
              <a:srgbClr val="FFECED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E6E8"/>
              </a:gs>
              <a:gs pos="42000">
                <a:srgbClr val="FE919E"/>
              </a:gs>
              <a:gs pos="100000">
                <a:srgbClr val="FFE8E9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DFE1"/>
              </a:gs>
              <a:gs pos="100000">
                <a:srgbClr val="FFF8F8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EB7BD"/>
              </a:gs>
              <a:gs pos="64000">
                <a:srgbClr val="FFEEEF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EB5BC"/>
              </a:gs>
              <a:gs pos="100000">
                <a:srgbClr val="FFE7E9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ED7DA"/>
              </a:gs>
              <a:gs pos="100000">
                <a:srgbClr val="FFF0F1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11415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11415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D60B4C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11415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55A79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40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40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D60B4C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11415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415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40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11415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4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0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43F40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60B4C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F0C4C8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4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0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43F40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60B4C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F0C4C8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4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0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43F40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60B4C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F0C4C8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4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0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43F40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60B4C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F0C4C8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55A79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E7274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E7274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D60B4C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11415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415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40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11415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4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0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40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60B4C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F0C4C8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D60B4C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4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0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43F40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60B4C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F0C4C8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4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0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40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60B4C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F0C4C8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4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0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43F40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60B4C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F0C4C8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55A79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E7274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E7274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11415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4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E7274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415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11415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4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E7274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415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E7274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F0C4C8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4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E7274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F0C4C8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4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E7274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E7274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11415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红3 胭脂红</dc:subject>
  <cp:keywords/>
  <dc:description>Made with baoyan-poster-template</dc:description>
</cp:coreProperties>
</file>