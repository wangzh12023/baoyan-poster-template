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0ED"/>
            </a:gs>
            <a:gs pos="56000">
              <a:srgbClr val="FFFBF9"/>
            </a:gs>
            <a:gs pos="100000">
              <a:srgbClr val="F8EBE7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9EA"/>
              </a:gs>
              <a:gs pos="42000">
                <a:srgbClr val="F6A4AA"/>
              </a:gs>
              <a:gs pos="100000">
                <a:srgbClr val="FFEBEB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EE3E4"/>
              </a:gs>
              <a:gs pos="100000">
                <a:srgbClr val="FFF9F9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BC1C4"/>
              </a:gs>
              <a:gs pos="64000">
                <a:srgbClr val="FFF0F1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BBFC3"/>
              </a:gs>
              <a:gs pos="100000">
                <a:srgbClr val="FFEAEB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CDD"/>
              </a:gs>
              <a:gs pos="100000">
                <a:srgbClr val="FFF2F3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51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51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A65A65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51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DC999E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C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C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A65A65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C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51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DC999E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A65A65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C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51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65A65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DC999E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51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51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1C6C6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51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粉4 裸粉</dc:subject>
  <cp:keywords/>
  <dc:description>Made with baoyan-poster-template</dc:description>
</cp:coreProperties>
</file>