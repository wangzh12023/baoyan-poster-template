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6F2FF"/>
            </a:gs>
            <a:gs pos="56000">
              <a:srgbClr val="FDFCFF"/>
            </a:gs>
            <a:gs pos="100000">
              <a:srgbClr val="F3EEF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1EBFF"/>
              </a:gs>
              <a:gs pos="42000">
                <a:srgbClr val="C8ABFC"/>
              </a:gs>
              <a:gs pos="100000">
                <a:srgbClr val="F2ECFF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EDE5FF"/>
              </a:gs>
              <a:gs pos="100000">
                <a:srgbClr val="FBF9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D9C6FE"/>
              </a:gs>
              <a:gs pos="64000">
                <a:srgbClr val="F6F2F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D8C5FF"/>
              </a:gs>
              <a:gs pos="100000">
                <a:srgbClr val="F2ECF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E9DFFF"/>
              </a:gs>
              <a:gs pos="100000">
                <a:srgbClr val="F7F3F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A162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A162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9964E5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A162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A97CF0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74253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74253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9964E5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A162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A162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74253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A162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A1621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D6CAEE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A1621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D6CAEE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A1621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D6CAEE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A1621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D6CAEE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A97CF0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D768D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9964E5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A162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A162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74253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A162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A1621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D6CAEE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9964E5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A1621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D6CAEE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A1621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D6CAEE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A1621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D6CAEE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A97CF0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D768D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A162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D768D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D768D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A162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A162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D768D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D768D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A162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D768D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D6CAEE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D768D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D768D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D6CAEE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D768D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D768D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D768D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A162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紫5 紫黑字</dc:subject>
  <cp:keywords/>
  <dc:description>Made with baoyan-poster-template</dc:description>
</cp:coreProperties>
</file>