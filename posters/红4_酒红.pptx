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F0"/>
            </a:gs>
            <a:gs pos="56000">
              <a:srgbClr val="FFFCFC"/>
            </a:gs>
            <a:gs pos="100000">
              <a:srgbClr val="FFECE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8E9"/>
              </a:gs>
              <a:gs pos="42000">
                <a:srgbClr val="F1A2A6"/>
              </a:gs>
              <a:gs pos="100000">
                <a:srgbClr val="FFEAEA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1E2"/>
              </a:gs>
              <a:gs pos="100000">
                <a:srgbClr val="FFF8F9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8BFC1"/>
              </a:gs>
              <a:gs pos="64000">
                <a:srgbClr val="FFF0F0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8BEC0"/>
              </a:gs>
              <a:gs pos="100000">
                <a:srgbClr val="FFE9EA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ADB"/>
              </a:gs>
              <a:gs pos="100000">
                <a:srgbClr val="FFF1F2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901C31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415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D05A67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F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3F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901C31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F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D05A67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F7273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901C31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5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3F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5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3F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3F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901C3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D05A67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F7273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F7273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415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3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F7273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5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415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3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F7273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5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F7273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3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F7273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4C5C6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F7273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F7273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F7273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415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红4 酒红</dc:subject>
  <cp:keywords/>
  <dc:description>Made with baoyan-poster-template</dc:description>
</cp:coreProperties>
</file>