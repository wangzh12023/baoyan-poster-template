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media/logo.svg" ContentType="image/svg+xml"/>
  <Override PartName="/ppt/media/qr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</p:sldIdLst>
  <p:sldSz cx="9753600" cy="146304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003"/>
    <p:restoredTop sz="94694"/>
  </p:normalViewPr>
  <p:slideViewPr>
    <p:cSldViewPr snapToGrid="0">
      <p:cViewPr varScale="1">
        <p:scale>
          <a:sx n="56" d="100"/>
          <a:sy n="56" d="100"/>
        </p:scale>
        <p:origin x="3680" y="2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logo.svg"/><Relationship Id="rId2" Type="http://schemas.openxmlformats.org/officeDocument/2006/relationships/image" Target="../media/image1.png"/><Relationship Id="rId3" Type="http://schemas.openxmlformats.org/officeDocument/2006/relationships/slideLayout" Target="../slideLayouts/slideLayout1.xml"/><Relationship Id="rId4" Type="http://schemas.openxmlformats.org/officeDocument/2006/relationships/image" Target="../media/image2.png"/><Relationship Id="rId5" Type="http://schemas.openxmlformats.org/officeDocument/2006/relationships/image" Target="../media/qr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0">
              <a:srgbClr val="F2FBFF"/>
            </a:gs>
            <a:gs pos="56000">
              <a:srgbClr val="FDFEFF"/>
            </a:gs>
            <a:gs pos="100000">
              <a:srgbClr val="ECF9FF"/>
            </a:gs>
          </a:gsLst>
          <a:lin ang="21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装饰圆·右上"/>
          <p:cNvSpPr>
            <a:spLocks noGrp="1"/>
          </p:cNvSpPr>
          <p:nvPr/>
        </p:nvSpPr>
        <p:spPr>
          <a:xfrm>
            <a:off x="6619875" y="0"/>
            <a:ext cx="3133725" cy="2886075"/>
          </a:xfrm>
          <a:custGeom>
            <a:avLst/>
            <a:gdLst/>
            <a:ahLst/>
            <a:cxnLst/>
            <a:rect l="0" t="0" r="0" b="0"/>
            <a:pathLst>
              <a:path w="3133725" h="2886075">
                <a:moveTo>
                  <a:pt x="3133725" y="2378010"/>
                </a:moveTo>
                <a:lnTo>
                  <a:pt x="3100201" y="2408999"/>
                </a:lnTo>
                <a:lnTo>
                  <a:pt x="3063644" y="2441059"/>
                </a:lnTo>
                <a:lnTo>
                  <a:pt x="3026259" y="2472151"/>
                </a:lnTo>
                <a:lnTo>
                  <a:pt x="2988073" y="2502255"/>
                </a:lnTo>
                <a:lnTo>
                  <a:pt x="2949113" y="2531348"/>
                </a:lnTo>
                <a:lnTo>
                  <a:pt x="2909404" y="2559411"/>
                </a:lnTo>
                <a:lnTo>
                  <a:pt x="2868974" y="2586426"/>
                </a:lnTo>
                <a:lnTo>
                  <a:pt x="2827851" y="2612373"/>
                </a:lnTo>
                <a:lnTo>
                  <a:pt x="2786063" y="2637234"/>
                </a:lnTo>
                <a:lnTo>
                  <a:pt x="2743638" y="2660993"/>
                </a:lnTo>
                <a:lnTo>
                  <a:pt x="2700606" y="2683633"/>
                </a:lnTo>
                <a:lnTo>
                  <a:pt x="2656996" y="2705139"/>
                </a:lnTo>
                <a:lnTo>
                  <a:pt x="2612837" y="2725496"/>
                </a:lnTo>
                <a:lnTo>
                  <a:pt x="2568162" y="2744691"/>
                </a:lnTo>
                <a:lnTo>
                  <a:pt x="2522999" y="2762709"/>
                </a:lnTo>
                <a:lnTo>
                  <a:pt x="2477380" y="2779539"/>
                </a:lnTo>
                <a:lnTo>
                  <a:pt x="2431335" y="2795169"/>
                </a:lnTo>
                <a:lnTo>
                  <a:pt x="2384898" y="2809588"/>
                </a:lnTo>
                <a:lnTo>
                  <a:pt x="2338099" y="2822786"/>
                </a:lnTo>
                <a:lnTo>
                  <a:pt x="2290971" y="2834756"/>
                </a:lnTo>
                <a:lnTo>
                  <a:pt x="2243545" y="2845487"/>
                </a:lnTo>
                <a:lnTo>
                  <a:pt x="2195855" y="2854973"/>
                </a:lnTo>
                <a:lnTo>
                  <a:pt x="2147932" y="2863208"/>
                </a:lnTo>
                <a:lnTo>
                  <a:pt x="2099811" y="2870185"/>
                </a:lnTo>
                <a:lnTo>
                  <a:pt x="2051524" y="2875900"/>
                </a:lnTo>
                <a:lnTo>
                  <a:pt x="2003103" y="2880349"/>
                </a:lnTo>
                <a:lnTo>
                  <a:pt x="1954582" y="2883530"/>
                </a:lnTo>
                <a:lnTo>
                  <a:pt x="1905995" y="2885439"/>
                </a:lnTo>
                <a:lnTo>
                  <a:pt x="1857375" y="2886075"/>
                </a:lnTo>
                <a:lnTo>
                  <a:pt x="1808755" y="2885439"/>
                </a:lnTo>
                <a:lnTo>
                  <a:pt x="1760168" y="2883530"/>
                </a:lnTo>
                <a:lnTo>
                  <a:pt x="1711647" y="2880349"/>
                </a:lnTo>
                <a:lnTo>
                  <a:pt x="1663226" y="2875900"/>
                </a:lnTo>
                <a:lnTo>
                  <a:pt x="1614939" y="2870185"/>
                </a:lnTo>
                <a:lnTo>
                  <a:pt x="1566818" y="2863208"/>
                </a:lnTo>
                <a:lnTo>
                  <a:pt x="1518895" y="2854973"/>
                </a:lnTo>
                <a:lnTo>
                  <a:pt x="1471205" y="2845487"/>
                </a:lnTo>
                <a:lnTo>
                  <a:pt x="1423779" y="2834756"/>
                </a:lnTo>
                <a:lnTo>
                  <a:pt x="1376651" y="2822786"/>
                </a:lnTo>
                <a:lnTo>
                  <a:pt x="1329852" y="2809588"/>
                </a:lnTo>
                <a:lnTo>
                  <a:pt x="1283415" y="2795169"/>
                </a:lnTo>
                <a:lnTo>
                  <a:pt x="1237370" y="2779539"/>
                </a:lnTo>
                <a:lnTo>
                  <a:pt x="1191751" y="2762709"/>
                </a:lnTo>
                <a:lnTo>
                  <a:pt x="1146588" y="2744691"/>
                </a:lnTo>
                <a:lnTo>
                  <a:pt x="1101913" y="2725496"/>
                </a:lnTo>
                <a:lnTo>
                  <a:pt x="1057754" y="2705139"/>
                </a:lnTo>
                <a:lnTo>
                  <a:pt x="1014144" y="2683633"/>
                </a:lnTo>
                <a:lnTo>
                  <a:pt x="971112" y="2660993"/>
                </a:lnTo>
                <a:lnTo>
                  <a:pt x="928688" y="2637234"/>
                </a:lnTo>
                <a:lnTo>
                  <a:pt x="886899" y="2612373"/>
                </a:lnTo>
                <a:lnTo>
                  <a:pt x="845776" y="2586426"/>
                </a:lnTo>
                <a:lnTo>
                  <a:pt x="805346" y="2559411"/>
                </a:lnTo>
                <a:lnTo>
                  <a:pt x="765637" y="2531348"/>
                </a:lnTo>
                <a:lnTo>
                  <a:pt x="726677" y="2502255"/>
                </a:lnTo>
                <a:lnTo>
                  <a:pt x="688491" y="2472151"/>
                </a:lnTo>
                <a:lnTo>
                  <a:pt x="651106" y="2441059"/>
                </a:lnTo>
                <a:lnTo>
                  <a:pt x="614549" y="2408999"/>
                </a:lnTo>
                <a:lnTo>
                  <a:pt x="578842" y="2375992"/>
                </a:lnTo>
                <a:lnTo>
                  <a:pt x="544013" y="2342062"/>
                </a:lnTo>
                <a:lnTo>
                  <a:pt x="510083" y="2307233"/>
                </a:lnTo>
                <a:lnTo>
                  <a:pt x="477076" y="2271526"/>
                </a:lnTo>
                <a:lnTo>
                  <a:pt x="445016" y="2234969"/>
                </a:lnTo>
                <a:lnTo>
                  <a:pt x="413924" y="2197584"/>
                </a:lnTo>
                <a:lnTo>
                  <a:pt x="383820" y="2159398"/>
                </a:lnTo>
                <a:lnTo>
                  <a:pt x="354727" y="2120438"/>
                </a:lnTo>
                <a:lnTo>
                  <a:pt x="326664" y="2080729"/>
                </a:lnTo>
                <a:lnTo>
                  <a:pt x="299649" y="2040299"/>
                </a:lnTo>
                <a:lnTo>
                  <a:pt x="273702" y="1999176"/>
                </a:lnTo>
                <a:lnTo>
                  <a:pt x="248841" y="1957388"/>
                </a:lnTo>
                <a:lnTo>
                  <a:pt x="225082" y="1914963"/>
                </a:lnTo>
                <a:lnTo>
                  <a:pt x="202442" y="1871931"/>
                </a:lnTo>
                <a:lnTo>
                  <a:pt x="180936" y="1828321"/>
                </a:lnTo>
                <a:lnTo>
                  <a:pt x="160579" y="1784162"/>
                </a:lnTo>
                <a:lnTo>
                  <a:pt x="141384" y="1739487"/>
                </a:lnTo>
                <a:lnTo>
                  <a:pt x="123366" y="1694324"/>
                </a:lnTo>
                <a:lnTo>
                  <a:pt x="106536" y="1648705"/>
                </a:lnTo>
                <a:lnTo>
                  <a:pt x="90906" y="1602660"/>
                </a:lnTo>
                <a:lnTo>
                  <a:pt x="76487" y="1556223"/>
                </a:lnTo>
                <a:lnTo>
                  <a:pt x="63289" y="1509424"/>
                </a:lnTo>
                <a:lnTo>
                  <a:pt x="51319" y="1462296"/>
                </a:lnTo>
                <a:lnTo>
                  <a:pt x="40588" y="1414870"/>
                </a:lnTo>
                <a:lnTo>
                  <a:pt x="31102" y="1367180"/>
                </a:lnTo>
                <a:lnTo>
                  <a:pt x="22867" y="1319257"/>
                </a:lnTo>
                <a:lnTo>
                  <a:pt x="15890" y="1271136"/>
                </a:lnTo>
                <a:lnTo>
                  <a:pt x="10175" y="1222849"/>
                </a:lnTo>
                <a:lnTo>
                  <a:pt x="5726" y="1174428"/>
                </a:lnTo>
                <a:lnTo>
                  <a:pt x="2545" y="1125907"/>
                </a:lnTo>
                <a:lnTo>
                  <a:pt x="636" y="1077320"/>
                </a:lnTo>
                <a:lnTo>
                  <a:pt x="0" y="1028700"/>
                </a:lnTo>
                <a:lnTo>
                  <a:pt x="636" y="980080"/>
                </a:lnTo>
                <a:lnTo>
                  <a:pt x="2545" y="931493"/>
                </a:lnTo>
                <a:lnTo>
                  <a:pt x="5726" y="882972"/>
                </a:lnTo>
                <a:lnTo>
                  <a:pt x="10175" y="834551"/>
                </a:lnTo>
                <a:lnTo>
                  <a:pt x="15890" y="786264"/>
                </a:lnTo>
                <a:lnTo>
                  <a:pt x="22867" y="738143"/>
                </a:lnTo>
                <a:lnTo>
                  <a:pt x="31102" y="690220"/>
                </a:lnTo>
                <a:lnTo>
                  <a:pt x="40588" y="642530"/>
                </a:lnTo>
                <a:lnTo>
                  <a:pt x="51319" y="595104"/>
                </a:lnTo>
                <a:lnTo>
                  <a:pt x="63289" y="547976"/>
                </a:lnTo>
                <a:lnTo>
                  <a:pt x="76487" y="501177"/>
                </a:lnTo>
                <a:lnTo>
                  <a:pt x="90906" y="454740"/>
                </a:lnTo>
                <a:lnTo>
                  <a:pt x="106536" y="408695"/>
                </a:lnTo>
                <a:lnTo>
                  <a:pt x="123366" y="363076"/>
                </a:lnTo>
                <a:lnTo>
                  <a:pt x="141384" y="317913"/>
                </a:lnTo>
                <a:lnTo>
                  <a:pt x="160579" y="273238"/>
                </a:lnTo>
                <a:lnTo>
                  <a:pt x="180936" y="229079"/>
                </a:lnTo>
                <a:lnTo>
                  <a:pt x="202442" y="185469"/>
                </a:lnTo>
                <a:lnTo>
                  <a:pt x="225082" y="142437"/>
                </a:lnTo>
                <a:lnTo>
                  <a:pt x="248841" y="100013"/>
                </a:lnTo>
                <a:lnTo>
                  <a:pt x="273702" y="58224"/>
                </a:lnTo>
                <a:lnTo>
                  <a:pt x="299649" y="17101"/>
                </a:lnTo>
                <a:lnTo>
                  <a:pt x="311076" y="0"/>
                </a:lnTo>
                <a:lnTo>
                  <a:pt x="3133725" y="0"/>
                </a:lnTo>
                <a:close/>
              </a:path>
            </a:pathLst>
          </a:custGeom>
          <a:gradFill>
            <a:gsLst>
              <a:gs pos="0">
                <a:srgbClr val="E5F7FF"/>
              </a:gs>
              <a:gs pos="42000">
                <a:srgbClr val="7FDAFF"/>
              </a:gs>
              <a:gs pos="100000">
                <a:srgbClr val="E6F7FF"/>
              </a:gs>
            </a:gsLst>
            <a:lin ang="2700000"/>
          </a:gradFill>
          <a:ln w="0">
            <a:noFill/>
          </a:ln>
        </p:spPr>
      </p:sp>
      <p:sp>
        <p:nvSpPr>
          <p:cNvPr id="2" name="装饰圆·左侧"/>
          <p:cNvSpPr>
            <a:spLocks noGrp="1"/>
          </p:cNvSpPr>
          <p:nvPr/>
        </p:nvSpPr>
        <p:spPr>
          <a:xfrm>
            <a:off x="0" y="3962400"/>
            <a:ext cx="2381250" cy="2724150"/>
          </a:xfrm>
          <a:custGeom>
            <a:avLst/>
            <a:gdLst/>
            <a:ahLst/>
            <a:cxnLst/>
            <a:rect l="0" t="0" r="0" b="0"/>
            <a:pathLst>
              <a:path w="2381250" h="2724150">
                <a:moveTo>
                  <a:pt x="2381250" y="1362075"/>
                </a:moveTo>
                <a:lnTo>
                  <a:pt x="2380783" y="1397730"/>
                </a:lnTo>
                <a:lnTo>
                  <a:pt x="2379383" y="1433360"/>
                </a:lnTo>
                <a:lnTo>
                  <a:pt x="2377051" y="1468942"/>
                </a:lnTo>
                <a:lnTo>
                  <a:pt x="2373788" y="1504451"/>
                </a:lnTo>
                <a:lnTo>
                  <a:pt x="2369597" y="1539861"/>
                </a:lnTo>
                <a:lnTo>
                  <a:pt x="2364481" y="1575150"/>
                </a:lnTo>
                <a:lnTo>
                  <a:pt x="2358442" y="1610293"/>
                </a:lnTo>
                <a:lnTo>
                  <a:pt x="2351485" y="1645266"/>
                </a:lnTo>
                <a:lnTo>
                  <a:pt x="2343616" y="1680045"/>
                </a:lnTo>
                <a:lnTo>
                  <a:pt x="2334838" y="1714606"/>
                </a:lnTo>
                <a:lnTo>
                  <a:pt x="2325159" y="1748925"/>
                </a:lnTo>
                <a:lnTo>
                  <a:pt x="2314585" y="1782979"/>
                </a:lnTo>
                <a:lnTo>
                  <a:pt x="2303123" y="1816745"/>
                </a:lnTo>
                <a:lnTo>
                  <a:pt x="2290782" y="1850199"/>
                </a:lnTo>
                <a:lnTo>
                  <a:pt x="2277568" y="1883319"/>
                </a:lnTo>
                <a:lnTo>
                  <a:pt x="2263492" y="1916081"/>
                </a:lnTo>
                <a:lnTo>
                  <a:pt x="2248564" y="1948463"/>
                </a:lnTo>
                <a:lnTo>
                  <a:pt x="2232793" y="1980444"/>
                </a:lnTo>
                <a:lnTo>
                  <a:pt x="2216190" y="2012001"/>
                </a:lnTo>
                <a:lnTo>
                  <a:pt x="2198767" y="2043113"/>
                </a:lnTo>
                <a:lnTo>
                  <a:pt x="2180535" y="2073757"/>
                </a:lnTo>
                <a:lnTo>
                  <a:pt x="2161507" y="2103914"/>
                </a:lnTo>
                <a:lnTo>
                  <a:pt x="2141697" y="2133563"/>
                </a:lnTo>
                <a:lnTo>
                  <a:pt x="2121117" y="2162683"/>
                </a:lnTo>
                <a:lnTo>
                  <a:pt x="2099782" y="2191254"/>
                </a:lnTo>
                <a:lnTo>
                  <a:pt x="2077706" y="2219257"/>
                </a:lnTo>
                <a:lnTo>
                  <a:pt x="2054905" y="2246672"/>
                </a:lnTo>
                <a:lnTo>
                  <a:pt x="2031394" y="2273481"/>
                </a:lnTo>
                <a:lnTo>
                  <a:pt x="2007189" y="2299666"/>
                </a:lnTo>
                <a:lnTo>
                  <a:pt x="1982307" y="2325207"/>
                </a:lnTo>
                <a:lnTo>
                  <a:pt x="1956766" y="2350089"/>
                </a:lnTo>
                <a:lnTo>
                  <a:pt x="1930581" y="2374294"/>
                </a:lnTo>
                <a:lnTo>
                  <a:pt x="1903772" y="2397805"/>
                </a:lnTo>
                <a:lnTo>
                  <a:pt x="1876357" y="2420606"/>
                </a:lnTo>
                <a:lnTo>
                  <a:pt x="1848354" y="2442682"/>
                </a:lnTo>
                <a:lnTo>
                  <a:pt x="1819783" y="2464017"/>
                </a:lnTo>
                <a:lnTo>
                  <a:pt x="1790663" y="2484597"/>
                </a:lnTo>
                <a:lnTo>
                  <a:pt x="1761014" y="2504407"/>
                </a:lnTo>
                <a:lnTo>
                  <a:pt x="1730857" y="2523435"/>
                </a:lnTo>
                <a:lnTo>
                  <a:pt x="1700213" y="2541667"/>
                </a:lnTo>
                <a:lnTo>
                  <a:pt x="1669101" y="2559090"/>
                </a:lnTo>
                <a:lnTo>
                  <a:pt x="1637544" y="2575693"/>
                </a:lnTo>
                <a:lnTo>
                  <a:pt x="1605563" y="2591464"/>
                </a:lnTo>
                <a:lnTo>
                  <a:pt x="1573181" y="2606392"/>
                </a:lnTo>
                <a:lnTo>
                  <a:pt x="1540419" y="2620468"/>
                </a:lnTo>
                <a:lnTo>
                  <a:pt x="1507299" y="2633682"/>
                </a:lnTo>
                <a:lnTo>
                  <a:pt x="1473845" y="2646023"/>
                </a:lnTo>
                <a:lnTo>
                  <a:pt x="1440079" y="2657485"/>
                </a:lnTo>
                <a:lnTo>
                  <a:pt x="1406025" y="2668059"/>
                </a:lnTo>
                <a:lnTo>
                  <a:pt x="1371706" y="2677738"/>
                </a:lnTo>
                <a:lnTo>
                  <a:pt x="1337145" y="2686516"/>
                </a:lnTo>
                <a:lnTo>
                  <a:pt x="1302366" y="2694385"/>
                </a:lnTo>
                <a:lnTo>
                  <a:pt x="1267393" y="2701342"/>
                </a:lnTo>
                <a:lnTo>
                  <a:pt x="1232250" y="2707381"/>
                </a:lnTo>
                <a:lnTo>
                  <a:pt x="1196961" y="2712497"/>
                </a:lnTo>
                <a:lnTo>
                  <a:pt x="1161551" y="2716688"/>
                </a:lnTo>
                <a:lnTo>
                  <a:pt x="1126042" y="2719951"/>
                </a:lnTo>
                <a:lnTo>
                  <a:pt x="1090460" y="2722283"/>
                </a:lnTo>
                <a:lnTo>
                  <a:pt x="1054830" y="2723683"/>
                </a:lnTo>
                <a:lnTo>
                  <a:pt x="1019175" y="2724150"/>
                </a:lnTo>
                <a:lnTo>
                  <a:pt x="983520" y="2723683"/>
                </a:lnTo>
                <a:lnTo>
                  <a:pt x="947890" y="2722283"/>
                </a:lnTo>
                <a:lnTo>
                  <a:pt x="912308" y="2719951"/>
                </a:lnTo>
                <a:lnTo>
                  <a:pt x="876799" y="2716688"/>
                </a:lnTo>
                <a:lnTo>
                  <a:pt x="841389" y="2712497"/>
                </a:lnTo>
                <a:lnTo>
                  <a:pt x="806100" y="2707381"/>
                </a:lnTo>
                <a:lnTo>
                  <a:pt x="770957" y="2701342"/>
                </a:lnTo>
                <a:lnTo>
                  <a:pt x="735984" y="2694385"/>
                </a:lnTo>
                <a:lnTo>
                  <a:pt x="701205" y="2686516"/>
                </a:lnTo>
                <a:lnTo>
                  <a:pt x="666644" y="2677738"/>
                </a:lnTo>
                <a:lnTo>
                  <a:pt x="632325" y="2668059"/>
                </a:lnTo>
                <a:lnTo>
                  <a:pt x="598271" y="2657485"/>
                </a:lnTo>
                <a:lnTo>
                  <a:pt x="564505" y="2646023"/>
                </a:lnTo>
                <a:lnTo>
                  <a:pt x="531051" y="2633682"/>
                </a:lnTo>
                <a:lnTo>
                  <a:pt x="497931" y="2620468"/>
                </a:lnTo>
                <a:lnTo>
                  <a:pt x="465169" y="2606392"/>
                </a:lnTo>
                <a:lnTo>
                  <a:pt x="432787" y="2591464"/>
                </a:lnTo>
                <a:lnTo>
                  <a:pt x="400806" y="2575693"/>
                </a:lnTo>
                <a:lnTo>
                  <a:pt x="369249" y="2559090"/>
                </a:lnTo>
                <a:lnTo>
                  <a:pt x="338138" y="2541667"/>
                </a:lnTo>
                <a:lnTo>
                  <a:pt x="307493" y="2523435"/>
                </a:lnTo>
                <a:lnTo>
                  <a:pt x="277336" y="2504407"/>
                </a:lnTo>
                <a:lnTo>
                  <a:pt x="247687" y="2484597"/>
                </a:lnTo>
                <a:lnTo>
                  <a:pt x="218567" y="2464017"/>
                </a:lnTo>
                <a:lnTo>
                  <a:pt x="189996" y="2442682"/>
                </a:lnTo>
                <a:lnTo>
                  <a:pt x="161993" y="2420606"/>
                </a:lnTo>
                <a:lnTo>
                  <a:pt x="134578" y="2397805"/>
                </a:lnTo>
                <a:lnTo>
                  <a:pt x="107769" y="2374294"/>
                </a:lnTo>
                <a:lnTo>
                  <a:pt x="81584" y="2350089"/>
                </a:lnTo>
                <a:lnTo>
                  <a:pt x="56043" y="2325207"/>
                </a:lnTo>
                <a:lnTo>
                  <a:pt x="31161" y="2299666"/>
                </a:lnTo>
                <a:lnTo>
                  <a:pt x="6956" y="2273481"/>
                </a:lnTo>
                <a:lnTo>
                  <a:pt x="0" y="2265549"/>
                </a:lnTo>
                <a:lnTo>
                  <a:pt x="0" y="458601"/>
                </a:lnTo>
                <a:lnTo>
                  <a:pt x="6956" y="450669"/>
                </a:lnTo>
                <a:lnTo>
                  <a:pt x="31161" y="424484"/>
                </a:lnTo>
                <a:lnTo>
                  <a:pt x="56043" y="398943"/>
                </a:lnTo>
                <a:lnTo>
                  <a:pt x="81584" y="374061"/>
                </a:lnTo>
                <a:lnTo>
                  <a:pt x="107769" y="349856"/>
                </a:lnTo>
                <a:lnTo>
                  <a:pt x="134578" y="326345"/>
                </a:lnTo>
                <a:lnTo>
                  <a:pt x="161993" y="303544"/>
                </a:lnTo>
                <a:lnTo>
                  <a:pt x="189996" y="281468"/>
                </a:lnTo>
                <a:lnTo>
                  <a:pt x="218567" y="260133"/>
                </a:lnTo>
                <a:lnTo>
                  <a:pt x="247687" y="239553"/>
                </a:lnTo>
                <a:lnTo>
                  <a:pt x="277336" y="219743"/>
                </a:lnTo>
                <a:lnTo>
                  <a:pt x="307493" y="200715"/>
                </a:lnTo>
                <a:lnTo>
                  <a:pt x="338137" y="182483"/>
                </a:lnTo>
                <a:lnTo>
                  <a:pt x="369249" y="165060"/>
                </a:lnTo>
                <a:lnTo>
                  <a:pt x="400806" y="148457"/>
                </a:lnTo>
                <a:lnTo>
                  <a:pt x="432787" y="132686"/>
                </a:lnTo>
                <a:lnTo>
                  <a:pt x="465169" y="117758"/>
                </a:lnTo>
                <a:lnTo>
                  <a:pt x="497931" y="103682"/>
                </a:lnTo>
                <a:lnTo>
                  <a:pt x="531051" y="90468"/>
                </a:lnTo>
                <a:lnTo>
                  <a:pt x="564505" y="78127"/>
                </a:lnTo>
                <a:lnTo>
                  <a:pt x="598271" y="66665"/>
                </a:lnTo>
                <a:lnTo>
                  <a:pt x="632325" y="56091"/>
                </a:lnTo>
                <a:lnTo>
                  <a:pt x="666644" y="46412"/>
                </a:lnTo>
                <a:lnTo>
                  <a:pt x="701205" y="37634"/>
                </a:lnTo>
                <a:lnTo>
                  <a:pt x="735984" y="29765"/>
                </a:lnTo>
                <a:lnTo>
                  <a:pt x="770957" y="22808"/>
                </a:lnTo>
                <a:lnTo>
                  <a:pt x="806100" y="16769"/>
                </a:lnTo>
                <a:lnTo>
                  <a:pt x="841389" y="11653"/>
                </a:lnTo>
                <a:lnTo>
                  <a:pt x="876799" y="7462"/>
                </a:lnTo>
                <a:lnTo>
                  <a:pt x="912308" y="4199"/>
                </a:lnTo>
                <a:lnTo>
                  <a:pt x="947890" y="1867"/>
                </a:lnTo>
                <a:lnTo>
                  <a:pt x="983520" y="467"/>
                </a:lnTo>
                <a:lnTo>
                  <a:pt x="1019175" y="0"/>
                </a:lnTo>
                <a:lnTo>
                  <a:pt x="1054830" y="467"/>
                </a:lnTo>
                <a:lnTo>
                  <a:pt x="1090460" y="1867"/>
                </a:lnTo>
                <a:lnTo>
                  <a:pt x="1126042" y="4199"/>
                </a:lnTo>
                <a:lnTo>
                  <a:pt x="1161551" y="7462"/>
                </a:lnTo>
                <a:lnTo>
                  <a:pt x="1196961" y="11653"/>
                </a:lnTo>
                <a:lnTo>
                  <a:pt x="1232250" y="16769"/>
                </a:lnTo>
                <a:lnTo>
                  <a:pt x="1267393" y="22808"/>
                </a:lnTo>
                <a:lnTo>
                  <a:pt x="1302366" y="29765"/>
                </a:lnTo>
                <a:lnTo>
                  <a:pt x="1337145" y="37634"/>
                </a:lnTo>
                <a:lnTo>
                  <a:pt x="1371706" y="46412"/>
                </a:lnTo>
                <a:lnTo>
                  <a:pt x="1406025" y="56091"/>
                </a:lnTo>
                <a:lnTo>
                  <a:pt x="1440079" y="66665"/>
                </a:lnTo>
                <a:lnTo>
                  <a:pt x="1473845" y="78127"/>
                </a:lnTo>
                <a:lnTo>
                  <a:pt x="1507299" y="90468"/>
                </a:lnTo>
                <a:lnTo>
                  <a:pt x="1540419" y="103682"/>
                </a:lnTo>
                <a:lnTo>
                  <a:pt x="1573181" y="117758"/>
                </a:lnTo>
                <a:lnTo>
                  <a:pt x="1605563" y="132686"/>
                </a:lnTo>
                <a:lnTo>
                  <a:pt x="1637544" y="148457"/>
                </a:lnTo>
                <a:lnTo>
                  <a:pt x="1669101" y="165060"/>
                </a:lnTo>
                <a:lnTo>
                  <a:pt x="1700213" y="182483"/>
                </a:lnTo>
                <a:lnTo>
                  <a:pt x="1730857" y="200715"/>
                </a:lnTo>
                <a:lnTo>
                  <a:pt x="1761014" y="219743"/>
                </a:lnTo>
                <a:lnTo>
                  <a:pt x="1790663" y="239553"/>
                </a:lnTo>
                <a:lnTo>
                  <a:pt x="1819783" y="260133"/>
                </a:lnTo>
                <a:lnTo>
                  <a:pt x="1848354" y="281468"/>
                </a:lnTo>
                <a:lnTo>
                  <a:pt x="1876357" y="303544"/>
                </a:lnTo>
                <a:lnTo>
                  <a:pt x="1903772" y="326345"/>
                </a:lnTo>
                <a:lnTo>
                  <a:pt x="1930581" y="349856"/>
                </a:lnTo>
                <a:lnTo>
                  <a:pt x="1956766" y="374061"/>
                </a:lnTo>
                <a:lnTo>
                  <a:pt x="1982307" y="398943"/>
                </a:lnTo>
                <a:lnTo>
                  <a:pt x="2007189" y="424484"/>
                </a:lnTo>
                <a:lnTo>
                  <a:pt x="2031394" y="450669"/>
                </a:lnTo>
                <a:lnTo>
                  <a:pt x="2054905" y="477478"/>
                </a:lnTo>
                <a:lnTo>
                  <a:pt x="2077706" y="504893"/>
                </a:lnTo>
                <a:lnTo>
                  <a:pt x="2099782" y="532896"/>
                </a:lnTo>
                <a:lnTo>
                  <a:pt x="2121117" y="561467"/>
                </a:lnTo>
                <a:lnTo>
                  <a:pt x="2141697" y="590587"/>
                </a:lnTo>
                <a:lnTo>
                  <a:pt x="2161507" y="620236"/>
                </a:lnTo>
                <a:lnTo>
                  <a:pt x="2180535" y="650393"/>
                </a:lnTo>
                <a:lnTo>
                  <a:pt x="2198767" y="681038"/>
                </a:lnTo>
                <a:lnTo>
                  <a:pt x="2216190" y="712149"/>
                </a:lnTo>
                <a:lnTo>
                  <a:pt x="2232793" y="743706"/>
                </a:lnTo>
                <a:lnTo>
                  <a:pt x="2248564" y="775687"/>
                </a:lnTo>
                <a:lnTo>
                  <a:pt x="2263492" y="808069"/>
                </a:lnTo>
                <a:lnTo>
                  <a:pt x="2277568" y="840831"/>
                </a:lnTo>
                <a:lnTo>
                  <a:pt x="2290782" y="873951"/>
                </a:lnTo>
                <a:lnTo>
                  <a:pt x="2303123" y="907405"/>
                </a:lnTo>
                <a:lnTo>
                  <a:pt x="2314585" y="941171"/>
                </a:lnTo>
                <a:lnTo>
                  <a:pt x="2325159" y="975225"/>
                </a:lnTo>
                <a:lnTo>
                  <a:pt x="2334838" y="1009544"/>
                </a:lnTo>
                <a:lnTo>
                  <a:pt x="2343616" y="1044105"/>
                </a:lnTo>
                <a:lnTo>
                  <a:pt x="2351485" y="1078884"/>
                </a:lnTo>
                <a:lnTo>
                  <a:pt x="2358442" y="1113857"/>
                </a:lnTo>
                <a:lnTo>
                  <a:pt x="2364481" y="1149000"/>
                </a:lnTo>
                <a:lnTo>
                  <a:pt x="2369597" y="1184289"/>
                </a:lnTo>
                <a:lnTo>
                  <a:pt x="2373788" y="1219699"/>
                </a:lnTo>
                <a:lnTo>
                  <a:pt x="2377051" y="1255208"/>
                </a:lnTo>
                <a:lnTo>
                  <a:pt x="2379383" y="1290790"/>
                </a:lnTo>
                <a:lnTo>
                  <a:pt x="2380783" y="1326420"/>
                </a:lnTo>
                <a:close/>
              </a:path>
            </a:pathLst>
          </a:custGeom>
          <a:gradFill>
            <a:gsLst>
              <a:gs pos="0">
                <a:srgbClr val="DCF4FF"/>
              </a:gs>
              <a:gs pos="100000">
                <a:srgbClr val="F7FDFF"/>
              </a:gs>
            </a:gsLst>
            <a:lin ang="5400000"/>
          </a:gradFill>
          <a:ln w="0">
            <a:noFill/>
          </a:ln>
        </p:spPr>
      </p:sp>
      <p:sp>
        <p:nvSpPr>
          <p:cNvPr id="3" name="装饰圆·右下"/>
          <p:cNvSpPr>
            <a:spLocks noGrp="1"/>
          </p:cNvSpPr>
          <p:nvPr/>
        </p:nvSpPr>
        <p:spPr>
          <a:xfrm>
            <a:off x="7543800" y="9446874"/>
            <a:ext cx="2209800" cy="4785402"/>
          </a:xfrm>
          <a:custGeom>
            <a:avLst/>
            <a:gdLst/>
            <a:ahLst/>
            <a:cxnLst/>
            <a:rect l="0" t="0" r="0" b="0"/>
            <a:pathLst>
              <a:path w="2209800" h="4785402">
                <a:moveTo>
                  <a:pt x="2209800" y="4785402"/>
                </a:moveTo>
                <a:lnTo>
                  <a:pt x="2149400" y="4779852"/>
                </a:lnTo>
                <a:lnTo>
                  <a:pt x="2086998" y="4772466"/>
                </a:lnTo>
                <a:lnTo>
                  <a:pt x="2024810" y="4763449"/>
                </a:lnTo>
                <a:lnTo>
                  <a:pt x="1962880" y="4752808"/>
                </a:lnTo>
                <a:lnTo>
                  <a:pt x="1901250" y="4740549"/>
                </a:lnTo>
                <a:lnTo>
                  <a:pt x="1839961" y="4726680"/>
                </a:lnTo>
                <a:lnTo>
                  <a:pt x="1779057" y="4711213"/>
                </a:lnTo>
                <a:lnTo>
                  <a:pt x="1718578" y="4694156"/>
                </a:lnTo>
                <a:lnTo>
                  <a:pt x="1658567" y="4675522"/>
                </a:lnTo>
                <a:lnTo>
                  <a:pt x="1599063" y="4655323"/>
                </a:lnTo>
                <a:lnTo>
                  <a:pt x="1540109" y="4633574"/>
                </a:lnTo>
                <a:lnTo>
                  <a:pt x="1481745" y="4610289"/>
                </a:lnTo>
                <a:lnTo>
                  <a:pt x="1424010" y="4585484"/>
                </a:lnTo>
                <a:lnTo>
                  <a:pt x="1366944" y="4559176"/>
                </a:lnTo>
                <a:lnTo>
                  <a:pt x="1310587" y="4531384"/>
                </a:lnTo>
                <a:lnTo>
                  <a:pt x="1254976" y="4502126"/>
                </a:lnTo>
                <a:lnTo>
                  <a:pt x="1200150" y="4471422"/>
                </a:lnTo>
                <a:lnTo>
                  <a:pt x="1146147" y="4439293"/>
                </a:lnTo>
                <a:lnTo>
                  <a:pt x="1093003" y="4405762"/>
                </a:lnTo>
                <a:lnTo>
                  <a:pt x="1040755" y="4370851"/>
                </a:lnTo>
                <a:lnTo>
                  <a:pt x="989439" y="4334584"/>
                </a:lnTo>
                <a:lnTo>
                  <a:pt x="939090" y="4296987"/>
                </a:lnTo>
                <a:lnTo>
                  <a:pt x="889742" y="4258084"/>
                </a:lnTo>
                <a:lnTo>
                  <a:pt x="841430" y="4217903"/>
                </a:lnTo>
                <a:lnTo>
                  <a:pt x="794186" y="4176471"/>
                </a:lnTo>
                <a:lnTo>
                  <a:pt x="748043" y="4133817"/>
                </a:lnTo>
                <a:lnTo>
                  <a:pt x="703032" y="4089969"/>
                </a:lnTo>
                <a:lnTo>
                  <a:pt x="659184" y="4044958"/>
                </a:lnTo>
                <a:lnTo>
                  <a:pt x="616529" y="3998815"/>
                </a:lnTo>
                <a:lnTo>
                  <a:pt x="575098" y="3951571"/>
                </a:lnTo>
                <a:lnTo>
                  <a:pt x="534917" y="3903259"/>
                </a:lnTo>
                <a:lnTo>
                  <a:pt x="496014" y="3853911"/>
                </a:lnTo>
                <a:lnTo>
                  <a:pt x="458417" y="3803562"/>
                </a:lnTo>
                <a:lnTo>
                  <a:pt x="422150" y="3752246"/>
                </a:lnTo>
                <a:lnTo>
                  <a:pt x="387239" y="3699998"/>
                </a:lnTo>
                <a:lnTo>
                  <a:pt x="353708" y="3646854"/>
                </a:lnTo>
                <a:lnTo>
                  <a:pt x="321579" y="3592851"/>
                </a:lnTo>
                <a:lnTo>
                  <a:pt x="290875" y="3538025"/>
                </a:lnTo>
                <a:lnTo>
                  <a:pt x="261617" y="3482414"/>
                </a:lnTo>
                <a:lnTo>
                  <a:pt x="233825" y="3426057"/>
                </a:lnTo>
                <a:lnTo>
                  <a:pt x="207517" y="3368991"/>
                </a:lnTo>
                <a:lnTo>
                  <a:pt x="182712" y="3311256"/>
                </a:lnTo>
                <a:lnTo>
                  <a:pt x="159427" y="3252891"/>
                </a:lnTo>
                <a:lnTo>
                  <a:pt x="137678" y="3193937"/>
                </a:lnTo>
                <a:lnTo>
                  <a:pt x="117479" y="3134434"/>
                </a:lnTo>
                <a:lnTo>
                  <a:pt x="98845" y="3074423"/>
                </a:lnTo>
                <a:lnTo>
                  <a:pt x="81788" y="3013944"/>
                </a:lnTo>
                <a:lnTo>
                  <a:pt x="66320" y="2953040"/>
                </a:lnTo>
                <a:lnTo>
                  <a:pt x="52452" y="2891751"/>
                </a:lnTo>
                <a:lnTo>
                  <a:pt x="40193" y="2830121"/>
                </a:lnTo>
                <a:lnTo>
                  <a:pt x="29552" y="2768191"/>
                </a:lnTo>
                <a:lnTo>
                  <a:pt x="20535" y="2706003"/>
                </a:lnTo>
                <a:lnTo>
                  <a:pt x="13149" y="2643601"/>
                </a:lnTo>
                <a:lnTo>
                  <a:pt x="7399" y="2581026"/>
                </a:lnTo>
                <a:lnTo>
                  <a:pt x="3290" y="2518323"/>
                </a:lnTo>
                <a:lnTo>
                  <a:pt x="823" y="2455533"/>
                </a:lnTo>
                <a:lnTo>
                  <a:pt x="0" y="2392701"/>
                </a:lnTo>
                <a:lnTo>
                  <a:pt x="823" y="2329868"/>
                </a:lnTo>
                <a:lnTo>
                  <a:pt x="3290" y="2267079"/>
                </a:lnTo>
                <a:lnTo>
                  <a:pt x="7399" y="2204375"/>
                </a:lnTo>
                <a:lnTo>
                  <a:pt x="13149" y="2141801"/>
                </a:lnTo>
                <a:lnTo>
                  <a:pt x="20535" y="2079399"/>
                </a:lnTo>
                <a:lnTo>
                  <a:pt x="29552" y="2017211"/>
                </a:lnTo>
                <a:lnTo>
                  <a:pt x="40193" y="1955281"/>
                </a:lnTo>
                <a:lnTo>
                  <a:pt x="52452" y="1893650"/>
                </a:lnTo>
                <a:lnTo>
                  <a:pt x="66320" y="1832362"/>
                </a:lnTo>
                <a:lnTo>
                  <a:pt x="81788" y="1771458"/>
                </a:lnTo>
                <a:lnTo>
                  <a:pt x="98845" y="1710979"/>
                </a:lnTo>
                <a:lnTo>
                  <a:pt x="117479" y="1650967"/>
                </a:lnTo>
                <a:lnTo>
                  <a:pt x="137678" y="1591464"/>
                </a:lnTo>
                <a:lnTo>
                  <a:pt x="159427" y="1532510"/>
                </a:lnTo>
                <a:lnTo>
                  <a:pt x="182712" y="1474146"/>
                </a:lnTo>
                <a:lnTo>
                  <a:pt x="207517" y="1416411"/>
                </a:lnTo>
                <a:lnTo>
                  <a:pt x="233825" y="1359345"/>
                </a:lnTo>
                <a:lnTo>
                  <a:pt x="261617" y="1302987"/>
                </a:lnTo>
                <a:lnTo>
                  <a:pt x="290875" y="1247377"/>
                </a:lnTo>
                <a:lnTo>
                  <a:pt x="321579" y="1192551"/>
                </a:lnTo>
                <a:lnTo>
                  <a:pt x="353708" y="1138548"/>
                </a:lnTo>
                <a:lnTo>
                  <a:pt x="387239" y="1085404"/>
                </a:lnTo>
                <a:lnTo>
                  <a:pt x="422150" y="1033156"/>
                </a:lnTo>
                <a:lnTo>
                  <a:pt x="458417" y="981840"/>
                </a:lnTo>
                <a:lnTo>
                  <a:pt x="496014" y="931491"/>
                </a:lnTo>
                <a:lnTo>
                  <a:pt x="534917" y="882143"/>
                </a:lnTo>
                <a:lnTo>
                  <a:pt x="575098" y="833831"/>
                </a:lnTo>
                <a:lnTo>
                  <a:pt x="616529" y="786587"/>
                </a:lnTo>
                <a:lnTo>
                  <a:pt x="659184" y="740443"/>
                </a:lnTo>
                <a:lnTo>
                  <a:pt x="703032" y="695432"/>
                </a:lnTo>
                <a:lnTo>
                  <a:pt x="748043" y="651585"/>
                </a:lnTo>
                <a:lnTo>
                  <a:pt x="794186" y="608930"/>
                </a:lnTo>
                <a:lnTo>
                  <a:pt x="841430" y="567498"/>
                </a:lnTo>
                <a:lnTo>
                  <a:pt x="889742" y="527317"/>
                </a:lnTo>
                <a:lnTo>
                  <a:pt x="939090" y="488415"/>
                </a:lnTo>
                <a:lnTo>
                  <a:pt x="989439" y="450817"/>
                </a:lnTo>
                <a:lnTo>
                  <a:pt x="1040755" y="414551"/>
                </a:lnTo>
                <a:lnTo>
                  <a:pt x="1093003" y="379640"/>
                </a:lnTo>
                <a:lnTo>
                  <a:pt x="1146147" y="346109"/>
                </a:lnTo>
                <a:lnTo>
                  <a:pt x="1200150" y="313980"/>
                </a:lnTo>
                <a:lnTo>
                  <a:pt x="1254976" y="283276"/>
                </a:lnTo>
                <a:lnTo>
                  <a:pt x="1310587" y="254018"/>
                </a:lnTo>
                <a:lnTo>
                  <a:pt x="1366944" y="226225"/>
                </a:lnTo>
                <a:lnTo>
                  <a:pt x="1424010" y="199918"/>
                </a:lnTo>
                <a:lnTo>
                  <a:pt x="1481745" y="175113"/>
                </a:lnTo>
                <a:lnTo>
                  <a:pt x="1540109" y="151828"/>
                </a:lnTo>
                <a:lnTo>
                  <a:pt x="1599063" y="130078"/>
                </a:lnTo>
                <a:lnTo>
                  <a:pt x="1658567" y="109880"/>
                </a:lnTo>
                <a:lnTo>
                  <a:pt x="1718578" y="91246"/>
                </a:lnTo>
                <a:lnTo>
                  <a:pt x="1779057" y="74189"/>
                </a:lnTo>
                <a:lnTo>
                  <a:pt x="1839961" y="58721"/>
                </a:lnTo>
                <a:lnTo>
                  <a:pt x="1901250" y="44853"/>
                </a:lnTo>
                <a:lnTo>
                  <a:pt x="1962880" y="32594"/>
                </a:lnTo>
                <a:lnTo>
                  <a:pt x="2024810" y="21953"/>
                </a:lnTo>
                <a:lnTo>
                  <a:pt x="2086998" y="12936"/>
                </a:lnTo>
                <a:lnTo>
                  <a:pt x="2149400" y="5550"/>
                </a:lnTo>
                <a:lnTo>
                  <a:pt x="2209800" y="0"/>
                </a:lnTo>
                <a:close/>
              </a:path>
            </a:pathLst>
          </a:custGeom>
          <a:gradFill>
            <a:gsLst>
              <a:gs pos="0">
                <a:srgbClr val="ADE7FF"/>
              </a:gs>
              <a:gs pos="64000">
                <a:srgbClr val="EDF9FF"/>
              </a:gs>
              <a:gs pos="100000">
                <a:srgbClr val="FFFFFF"/>
              </a:gs>
            </a:gsLst>
            <a:lin ang="7500000"/>
          </a:gradFill>
          <a:ln w="0">
            <a:noFill/>
          </a:ln>
        </p:spPr>
      </p:sp>
      <p:sp>
        <p:nvSpPr>
          <p:cNvPr id="4" name="装饰圆·左下"/>
          <p:cNvSpPr>
            <a:spLocks noGrp="1"/>
          </p:cNvSpPr>
          <p:nvPr/>
        </p:nvSpPr>
        <p:spPr>
          <a:xfrm>
            <a:off x="0" y="12267605"/>
            <a:ext cx="1209675" cy="2362795"/>
          </a:xfrm>
          <a:custGeom>
            <a:avLst/>
            <a:gdLst/>
            <a:ahLst/>
            <a:cxnLst/>
            <a:rect l="0" t="0" r="0" b="0"/>
            <a:pathLst>
              <a:path w="1209675" h="2362795">
                <a:moveTo>
                  <a:pt x="1209675" y="2334220"/>
                </a:moveTo>
                <a:lnTo>
                  <a:pt x="1209301" y="2362795"/>
                </a:lnTo>
                <a:lnTo>
                  <a:pt x="0" y="2362795"/>
                </a:lnTo>
                <a:lnTo>
                  <a:pt x="0" y="0"/>
                </a:lnTo>
                <a:lnTo>
                  <a:pt x="31771" y="22454"/>
                </a:lnTo>
                <a:lnTo>
                  <a:pt x="91711" y="67213"/>
                </a:lnTo>
                <a:lnTo>
                  <a:pt x="150458" y="113525"/>
                </a:lnTo>
                <a:lnTo>
                  <a:pt x="207973" y="161360"/>
                </a:lnTo>
                <a:lnTo>
                  <a:pt x="264216" y="210683"/>
                </a:lnTo>
                <a:lnTo>
                  <a:pt x="319148" y="261463"/>
                </a:lnTo>
                <a:lnTo>
                  <a:pt x="372733" y="313662"/>
                </a:lnTo>
                <a:lnTo>
                  <a:pt x="424932" y="367247"/>
                </a:lnTo>
                <a:lnTo>
                  <a:pt x="475711" y="422179"/>
                </a:lnTo>
                <a:lnTo>
                  <a:pt x="525035" y="478422"/>
                </a:lnTo>
                <a:lnTo>
                  <a:pt x="572870" y="535937"/>
                </a:lnTo>
                <a:lnTo>
                  <a:pt x="619182" y="594684"/>
                </a:lnTo>
                <a:lnTo>
                  <a:pt x="663941" y="654623"/>
                </a:lnTo>
                <a:lnTo>
                  <a:pt x="707116" y="715714"/>
                </a:lnTo>
                <a:lnTo>
                  <a:pt x="748676" y="777914"/>
                </a:lnTo>
                <a:lnTo>
                  <a:pt x="788594" y="841180"/>
                </a:lnTo>
                <a:lnTo>
                  <a:pt x="826843" y="905470"/>
                </a:lnTo>
                <a:lnTo>
                  <a:pt x="863395" y="970739"/>
                </a:lnTo>
                <a:lnTo>
                  <a:pt x="898226" y="1036942"/>
                </a:lnTo>
                <a:lnTo>
                  <a:pt x="931312" y="1104034"/>
                </a:lnTo>
                <a:lnTo>
                  <a:pt x="962631" y="1171970"/>
                </a:lnTo>
                <a:lnTo>
                  <a:pt x="992161" y="1240702"/>
                </a:lnTo>
                <a:lnTo>
                  <a:pt x="1019881" y="1310183"/>
                </a:lnTo>
                <a:lnTo>
                  <a:pt x="1045773" y="1380367"/>
                </a:lnTo>
                <a:lnTo>
                  <a:pt x="1069819" y="1451204"/>
                </a:lnTo>
                <a:lnTo>
                  <a:pt x="1092002" y="1522646"/>
                </a:lnTo>
                <a:lnTo>
                  <a:pt x="1112308" y="1594644"/>
                </a:lnTo>
                <a:lnTo>
                  <a:pt x="1130722" y="1667150"/>
                </a:lnTo>
                <a:lnTo>
                  <a:pt x="1147232" y="1740112"/>
                </a:lnTo>
                <a:lnTo>
                  <a:pt x="1161826" y="1813482"/>
                </a:lnTo>
                <a:lnTo>
                  <a:pt x="1174494" y="1887208"/>
                </a:lnTo>
                <a:lnTo>
                  <a:pt x="1185229" y="1961241"/>
                </a:lnTo>
                <a:lnTo>
                  <a:pt x="1194021" y="2035530"/>
                </a:lnTo>
                <a:lnTo>
                  <a:pt x="1200866" y="2110023"/>
                </a:lnTo>
                <a:lnTo>
                  <a:pt x="1205759" y="2184670"/>
                </a:lnTo>
                <a:lnTo>
                  <a:pt x="1208696" y="2259419"/>
                </a:lnTo>
                <a:close/>
              </a:path>
            </a:pathLst>
          </a:custGeom>
          <a:gradFill>
            <a:gsLst>
              <a:gs pos="0">
                <a:srgbClr val="ACE6FE"/>
              </a:gs>
              <a:gs pos="100000">
                <a:srgbClr val="E6F7FF"/>
              </a:gs>
            </a:gsLst>
            <a:lin ang="2400000"/>
          </a:gradFill>
          <a:ln w="0">
            <a:noFill/>
          </a:ln>
        </p:spPr>
      </p:sp>
      <p:sp>
        <p:nvSpPr>
          <p:cNvPr id="5" name="装饰圆·底部"/>
          <p:cNvSpPr>
            <a:spLocks noGrp="1"/>
          </p:cNvSpPr>
          <p:nvPr/>
        </p:nvSpPr>
        <p:spPr>
          <a:xfrm>
            <a:off x="911529" y="13582650"/>
            <a:ext cx="2558441" cy="1047750"/>
          </a:xfrm>
          <a:custGeom>
            <a:avLst/>
            <a:gdLst/>
            <a:ahLst/>
            <a:cxnLst/>
            <a:rect l="0" t="0" r="0" b="0"/>
            <a:pathLst>
              <a:path w="2558441" h="1047750">
                <a:moveTo>
                  <a:pt x="0" y="1047750"/>
                </a:moveTo>
                <a:lnTo>
                  <a:pt x="2811" y="1033616"/>
                </a:lnTo>
                <a:lnTo>
                  <a:pt x="10351" y="1000296"/>
                </a:lnTo>
                <a:lnTo>
                  <a:pt x="18760" y="967186"/>
                </a:lnTo>
                <a:lnTo>
                  <a:pt x="28033" y="934306"/>
                </a:lnTo>
                <a:lnTo>
                  <a:pt x="38163" y="901681"/>
                </a:lnTo>
                <a:lnTo>
                  <a:pt x="49144" y="869332"/>
                </a:lnTo>
                <a:lnTo>
                  <a:pt x="60968" y="837282"/>
                </a:lnTo>
                <a:lnTo>
                  <a:pt x="73627" y="805552"/>
                </a:lnTo>
                <a:lnTo>
                  <a:pt x="87112" y="774164"/>
                </a:lnTo>
                <a:lnTo>
                  <a:pt x="101415" y="743140"/>
                </a:lnTo>
                <a:lnTo>
                  <a:pt x="116524" y="712501"/>
                </a:lnTo>
                <a:lnTo>
                  <a:pt x="132430" y="682269"/>
                </a:lnTo>
                <a:lnTo>
                  <a:pt x="149123" y="652463"/>
                </a:lnTo>
                <a:lnTo>
                  <a:pt x="166589" y="623104"/>
                </a:lnTo>
                <a:lnTo>
                  <a:pt x="184819" y="594212"/>
                </a:lnTo>
                <a:lnTo>
                  <a:pt x="203798" y="565807"/>
                </a:lnTo>
                <a:lnTo>
                  <a:pt x="223514" y="537909"/>
                </a:lnTo>
                <a:lnTo>
                  <a:pt x="243954" y="510537"/>
                </a:lnTo>
                <a:lnTo>
                  <a:pt x="265104" y="483709"/>
                </a:lnTo>
                <a:lnTo>
                  <a:pt x="286948" y="457444"/>
                </a:lnTo>
                <a:lnTo>
                  <a:pt x="309472" y="431760"/>
                </a:lnTo>
                <a:lnTo>
                  <a:pt x="332662" y="406674"/>
                </a:lnTo>
                <a:lnTo>
                  <a:pt x="356499" y="382204"/>
                </a:lnTo>
                <a:lnTo>
                  <a:pt x="380970" y="358366"/>
                </a:lnTo>
                <a:lnTo>
                  <a:pt x="406055" y="335177"/>
                </a:lnTo>
                <a:lnTo>
                  <a:pt x="431740" y="312652"/>
                </a:lnTo>
                <a:lnTo>
                  <a:pt x="458005" y="290808"/>
                </a:lnTo>
                <a:lnTo>
                  <a:pt x="484833" y="269658"/>
                </a:lnTo>
                <a:lnTo>
                  <a:pt x="512205" y="249218"/>
                </a:lnTo>
                <a:lnTo>
                  <a:pt x="540103" y="229502"/>
                </a:lnTo>
                <a:lnTo>
                  <a:pt x="568508" y="210523"/>
                </a:lnTo>
                <a:lnTo>
                  <a:pt x="597399" y="192294"/>
                </a:lnTo>
                <a:lnTo>
                  <a:pt x="626758" y="174827"/>
                </a:lnTo>
                <a:lnTo>
                  <a:pt x="656564" y="158135"/>
                </a:lnTo>
                <a:lnTo>
                  <a:pt x="686797" y="142228"/>
                </a:lnTo>
                <a:lnTo>
                  <a:pt x="717436" y="127119"/>
                </a:lnTo>
                <a:lnTo>
                  <a:pt x="748460" y="112817"/>
                </a:lnTo>
                <a:lnTo>
                  <a:pt x="779848" y="99332"/>
                </a:lnTo>
                <a:lnTo>
                  <a:pt x="811577" y="86673"/>
                </a:lnTo>
                <a:lnTo>
                  <a:pt x="843628" y="74849"/>
                </a:lnTo>
                <a:lnTo>
                  <a:pt x="875977" y="63868"/>
                </a:lnTo>
                <a:lnTo>
                  <a:pt x="908602" y="53737"/>
                </a:lnTo>
                <a:lnTo>
                  <a:pt x="941481" y="44464"/>
                </a:lnTo>
                <a:lnTo>
                  <a:pt x="974592" y="36055"/>
                </a:lnTo>
                <a:lnTo>
                  <a:pt x="1007912" y="28516"/>
                </a:lnTo>
                <a:lnTo>
                  <a:pt x="1041417" y="21851"/>
                </a:lnTo>
                <a:lnTo>
                  <a:pt x="1075085" y="16066"/>
                </a:lnTo>
                <a:lnTo>
                  <a:pt x="1108894" y="11164"/>
                </a:lnTo>
                <a:lnTo>
                  <a:pt x="1142819" y="7149"/>
                </a:lnTo>
                <a:lnTo>
                  <a:pt x="1176837" y="4023"/>
                </a:lnTo>
                <a:lnTo>
                  <a:pt x="1210926" y="1788"/>
                </a:lnTo>
                <a:lnTo>
                  <a:pt x="1245062" y="447"/>
                </a:lnTo>
                <a:lnTo>
                  <a:pt x="1279221" y="0"/>
                </a:lnTo>
                <a:lnTo>
                  <a:pt x="1313380" y="447"/>
                </a:lnTo>
                <a:lnTo>
                  <a:pt x="1347515" y="1788"/>
                </a:lnTo>
                <a:lnTo>
                  <a:pt x="1381604" y="4023"/>
                </a:lnTo>
                <a:lnTo>
                  <a:pt x="1415623" y="7149"/>
                </a:lnTo>
                <a:lnTo>
                  <a:pt x="1449548" y="11164"/>
                </a:lnTo>
                <a:lnTo>
                  <a:pt x="1483356" y="16066"/>
                </a:lnTo>
                <a:lnTo>
                  <a:pt x="1517024" y="21851"/>
                </a:lnTo>
                <a:lnTo>
                  <a:pt x="1550530" y="28516"/>
                </a:lnTo>
                <a:lnTo>
                  <a:pt x="1583849" y="36055"/>
                </a:lnTo>
                <a:lnTo>
                  <a:pt x="1616960" y="44464"/>
                </a:lnTo>
                <a:lnTo>
                  <a:pt x="1649839" y="53737"/>
                </a:lnTo>
                <a:lnTo>
                  <a:pt x="1682465" y="63868"/>
                </a:lnTo>
                <a:lnTo>
                  <a:pt x="1714814" y="74849"/>
                </a:lnTo>
                <a:lnTo>
                  <a:pt x="1746864" y="86673"/>
                </a:lnTo>
                <a:lnTo>
                  <a:pt x="1778594" y="99332"/>
                </a:lnTo>
                <a:lnTo>
                  <a:pt x="1809982" y="112817"/>
                </a:lnTo>
                <a:lnTo>
                  <a:pt x="1841005" y="127119"/>
                </a:lnTo>
                <a:lnTo>
                  <a:pt x="1871644" y="142228"/>
                </a:lnTo>
                <a:lnTo>
                  <a:pt x="1901877" y="158135"/>
                </a:lnTo>
                <a:lnTo>
                  <a:pt x="1931683" y="174827"/>
                </a:lnTo>
                <a:lnTo>
                  <a:pt x="1961042" y="192294"/>
                </a:lnTo>
                <a:lnTo>
                  <a:pt x="1989934" y="210523"/>
                </a:lnTo>
                <a:lnTo>
                  <a:pt x="2018338" y="229502"/>
                </a:lnTo>
                <a:lnTo>
                  <a:pt x="2046236" y="249218"/>
                </a:lnTo>
                <a:lnTo>
                  <a:pt x="2073609" y="269658"/>
                </a:lnTo>
                <a:lnTo>
                  <a:pt x="2100437" y="290808"/>
                </a:lnTo>
                <a:lnTo>
                  <a:pt x="2126702" y="312652"/>
                </a:lnTo>
                <a:lnTo>
                  <a:pt x="2152386" y="335177"/>
                </a:lnTo>
                <a:lnTo>
                  <a:pt x="2177472" y="358366"/>
                </a:lnTo>
                <a:lnTo>
                  <a:pt x="2201942" y="382204"/>
                </a:lnTo>
                <a:lnTo>
                  <a:pt x="2225780" y="406674"/>
                </a:lnTo>
                <a:lnTo>
                  <a:pt x="2248969" y="431760"/>
                </a:lnTo>
                <a:lnTo>
                  <a:pt x="2271493" y="457444"/>
                </a:lnTo>
                <a:lnTo>
                  <a:pt x="2293338" y="483709"/>
                </a:lnTo>
                <a:lnTo>
                  <a:pt x="2314487" y="510537"/>
                </a:lnTo>
                <a:lnTo>
                  <a:pt x="2334927" y="537909"/>
                </a:lnTo>
                <a:lnTo>
                  <a:pt x="2354644" y="565807"/>
                </a:lnTo>
                <a:lnTo>
                  <a:pt x="2373623" y="594212"/>
                </a:lnTo>
                <a:lnTo>
                  <a:pt x="2391852" y="623104"/>
                </a:lnTo>
                <a:lnTo>
                  <a:pt x="2409319" y="652463"/>
                </a:lnTo>
                <a:lnTo>
                  <a:pt x="2426011" y="682269"/>
                </a:lnTo>
                <a:lnTo>
                  <a:pt x="2441917" y="712501"/>
                </a:lnTo>
                <a:lnTo>
                  <a:pt x="2457027" y="743140"/>
                </a:lnTo>
                <a:lnTo>
                  <a:pt x="2471329" y="774164"/>
                </a:lnTo>
                <a:lnTo>
                  <a:pt x="2484814" y="805552"/>
                </a:lnTo>
                <a:lnTo>
                  <a:pt x="2497473" y="837282"/>
                </a:lnTo>
                <a:lnTo>
                  <a:pt x="2509297" y="869332"/>
                </a:lnTo>
                <a:lnTo>
                  <a:pt x="2520278" y="901681"/>
                </a:lnTo>
                <a:lnTo>
                  <a:pt x="2530409" y="934306"/>
                </a:lnTo>
                <a:lnTo>
                  <a:pt x="2539681" y="967186"/>
                </a:lnTo>
                <a:lnTo>
                  <a:pt x="2548091" y="1000296"/>
                </a:lnTo>
                <a:lnTo>
                  <a:pt x="2555630" y="1033616"/>
                </a:lnTo>
                <a:lnTo>
                  <a:pt x="2558441" y="1047750"/>
                </a:lnTo>
                <a:close/>
              </a:path>
            </a:pathLst>
          </a:custGeom>
          <a:gradFill>
            <a:gsLst>
              <a:gs pos="0">
                <a:srgbClr val="D4F2FF"/>
              </a:gs>
              <a:gs pos="100000">
                <a:srgbClr val="EFFAFF"/>
              </a:gs>
            </a:gsLst>
            <a:lin ang="5400000"/>
          </a:gradFill>
          <a:ln w="0">
            <a:noFill/>
          </a:ln>
        </p:spPr>
      </p:sp>
      <p:sp>
        <p:nvSpPr>
          <p:cNvPr id="73" name="日期"/>
          <p:cNvSpPr>
            <a:spLocks noGrp="1"/>
          </p:cNvSpPr>
          <p:nvPr/>
        </p:nvSpPr>
        <p:spPr>
          <a:xfrm>
            <a:off x="6932841" y="295275"/>
            <a:ext cx="2363559" cy="8477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5600" b="0" i="0" dirty="0">
                <a:solidFill>
                  <a:srgbClr val="0E1A21"/>
                </a:solidFill>
                <a:latin typeface="Didot"/>
                <a:ea typeface="PingFang SC"/>
                <a:cs typeface="Didot"/>
              </a:rPr>
              <a:t>11.07</a:t>
            </a:r>
            <a:r>
              <a:rPr lang="zh-CN" altLang="en-US" sz="2000" b="0" i="0" dirty="0">
                <a:solidFill>
                  <a:srgbClr val="0E1A21"/>
                </a:solidFill>
                <a:latin typeface="Didot"/>
                <a:ea typeface="PingFang SC"/>
                <a:cs typeface="Didot"/>
              </a:rPr>
              <a:t>  </a:t>
            </a:r>
            <a:r>
              <a:rPr lang="zh-CN" altLang="en-US" sz="2100" b="0" i="1" dirty="0">
                <a:solidFill>
                  <a:srgbClr val="0F85B4"/>
                </a:solidFill>
                <a:latin typeface="Didot"/>
                <a:ea typeface="PingFang SC"/>
                <a:cs typeface="Didot"/>
              </a:rPr>
              <a:t>Sat.</a:t>
            </a:r>
          </a:p>
        </p:txBody>
      </p:sp>
      <p:sp>
        <p:nvSpPr>
          <p:cNvPr id="74" name="时间"/>
          <p:cNvSpPr>
            <a:spLocks noGrp="1"/>
          </p:cNvSpPr>
          <p:nvPr/>
        </p:nvSpPr>
        <p:spPr>
          <a:xfrm>
            <a:off x="6958241" y="1170940"/>
            <a:ext cx="2800350" cy="42862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Avenir Next Medium"/>
                <a:ea typeface="PingFang SC"/>
                <a:cs typeface="Avenir Next Medium"/>
              </a:rPr>
              <a:t>18:30 – 21:20</a:t>
            </a:r>
          </a:p>
        </p:txBody>
      </p:sp>
      <p:sp>
        <p:nvSpPr>
          <p:cNvPr id="75" name="地点"/>
          <p:cNvSpPr>
            <a:spLocks noGrp="1"/>
          </p:cNvSpPr>
          <p:nvPr/>
        </p:nvSpPr>
        <p:spPr>
          <a:xfrm>
            <a:off x="6958241" y="1655445"/>
            <a:ext cx="2657475" cy="4476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Avenir Next Medium"/>
                <a:ea typeface="PingFang SC"/>
                <a:cs typeface="Avenir Next Medium"/>
              </a:rPr>
              <a:t>Room A-101</a:t>
            </a:r>
          </a:p>
        </p:txBody>
      </p:sp>
      <p:sp>
        <p:nvSpPr>
          <p:cNvPr id="76" name="年份"/>
          <p:cNvSpPr>
            <a:spLocks noGrp="1"/>
          </p:cNvSpPr>
          <p:nvPr/>
        </p:nvSpPr>
        <p:spPr>
          <a:xfrm>
            <a:off x="523875" y="542925"/>
            <a:ext cx="2857500" cy="1143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8400" b="0" i="0" dirty="0">
                <a:solidFill>
                  <a:srgbClr val="0E1A21"/>
                </a:solidFill>
                <a:latin typeface="Didot"/>
                <a:ea typeface="PingFang SC"/>
                <a:cs typeface="Didot"/>
              </a:rPr>
              <a:t>2026</a:t>
            </a:r>
          </a:p>
        </p:txBody>
      </p:sp>
      <p:sp>
        <p:nvSpPr>
          <p:cNvPr id="77" name="年份右横线"/>
          <p:cNvSpPr>
            <a:spLocks noGrp="1"/>
          </p:cNvSpPr>
          <p:nvPr/>
        </p:nvSpPr>
        <p:spPr>
          <a:xfrm>
            <a:off x="3022219" y="1104900"/>
            <a:ext cx="2930906" cy="19050"/>
          </a:xfrm>
          <a:prstGeom prst="rect">
            <a:avLst/>
          </a:prstGeom>
          <a:solidFill>
            <a:srgbClr val="3FC0F2"/>
          </a:solidFill>
          <a:ln w="0">
            <a:noFill/>
          </a:ln>
        </p:spPr>
      </p:sp>
      <p:sp>
        <p:nvSpPr>
          <p:cNvPr id="78" name="主标题"/>
          <p:cNvSpPr>
            <a:spLocks noGrp="1"/>
          </p:cNvSpPr>
          <p:nvPr/>
        </p:nvSpPr>
        <p:spPr>
          <a:xfrm>
            <a:off x="476250" y="1647825"/>
            <a:ext cx="6067425" cy="13620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90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保研分享会</a:t>
            </a:r>
          </a:p>
        </p:txBody>
      </p:sp>
      <p:sp>
        <p:nvSpPr>
          <p:cNvPr id="79" name="英文副标题"/>
          <p:cNvSpPr>
            <a:spLocks noGrp="1"/>
          </p:cNvSpPr>
          <p:nvPr/>
        </p:nvSpPr>
        <p:spPr>
          <a:xfrm>
            <a:off x="514350" y="3076575"/>
            <a:ext cx="5972175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54852"/>
                </a:solidFill>
                <a:latin typeface="Avenir Next Demi Bold"/>
                <a:ea typeface="PingFang SC"/>
                <a:cs typeface="Avenir Next Demi Bold"/>
              </a:rPr>
              <a:t>GRADUATE RECOMMENDATION</a:t>
            </a:r>
          </a:p>
        </p:txBody>
      </p:sp>
      <p:sp>
        <p:nvSpPr>
          <p:cNvPr id="80" name="英文副标题"/>
          <p:cNvSpPr>
            <a:spLocks noGrp="1"/>
          </p:cNvSpPr>
          <p:nvPr/>
        </p:nvSpPr>
        <p:spPr>
          <a:xfrm>
            <a:off x="514350" y="3390900"/>
            <a:ext cx="5762625" cy="295275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00" b="0" i="0" spc="1130" dirty="0">
                <a:solidFill>
                  <a:srgbClr val="354852"/>
                </a:solidFill>
                <a:latin typeface="Avenir Next Demi Bold"/>
                <a:ea typeface="PingFang SC"/>
                <a:cs typeface="Avenir Next Demi Bold"/>
              </a:rPr>
              <a:t>SHARING SESSION</a:t>
            </a:r>
          </a:p>
        </p:txBody>
      </p:sp>
      <p:sp>
        <p:nvSpPr>
          <p:cNvPr id="81" name="第1场·标签"/>
          <p:cNvSpPr>
            <a:spLocks noGrp="1"/>
          </p:cNvSpPr>
          <p:nvPr/>
        </p:nvSpPr>
        <p:spPr>
          <a:xfrm>
            <a:off x="552450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F85B4"/>
                </a:solidFill>
                <a:latin typeface="Didot"/>
                <a:ea typeface="PingFang SC"/>
                <a:cs typeface="Didot"/>
              </a:rPr>
              <a:t>01</a:t>
            </a:r>
            <a:r>
              <a:rPr lang="zh-CN" altLang="en-US" sz="1700" b="0" i="0" dirty="0">
                <a:solidFill>
                  <a:srgbClr val="0E1A2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E1A21"/>
                </a:solidFill>
                <a:latin typeface="Songti SC"/>
                <a:ea typeface="Songti SC"/>
                <a:cs typeface="Songti SC"/>
              </a:rPr>
              <a:t>第一场</a:t>
            </a:r>
          </a:p>
        </p:txBody>
      </p:sp>
      <p:sp>
        <p:nvSpPr>
          <p:cNvPr id="82" name="第1场·时间"/>
          <p:cNvSpPr>
            <a:spLocks noGrp="1"/>
          </p:cNvSpPr>
          <p:nvPr/>
        </p:nvSpPr>
        <p:spPr>
          <a:xfrm>
            <a:off x="552450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54852"/>
                </a:solidFill>
                <a:latin typeface="Avenir Next Medium"/>
                <a:ea typeface="PingFang SC"/>
                <a:cs typeface="Avenir Next Medium"/>
              </a:rPr>
              <a:t>18:30 – 19:40</a:t>
            </a:r>
          </a:p>
        </p:txBody>
      </p:sp>
      <p:sp>
        <p:nvSpPr>
          <p:cNvPr id="83" name="第1场·标题线"/>
          <p:cNvSpPr>
            <a:spLocks noGrp="1"/>
          </p:cNvSpPr>
          <p:nvPr/>
        </p:nvSpPr>
        <p:spPr>
          <a:xfrm>
            <a:off x="552450" y="4787900"/>
            <a:ext cx="4079875" cy="12700"/>
          </a:xfrm>
          <a:prstGeom prst="rect">
            <a:avLst/>
          </a:prstGeom>
          <a:solidFill>
            <a:srgbClr val="0E1A21"/>
          </a:solidFill>
          <a:ln w="0">
            <a:noFill/>
          </a:ln>
        </p:spPr>
      </p:sp>
      <p:sp>
        <p:nvSpPr>
          <p:cNvPr id="84" name="林知远·姓名"/>
          <p:cNvSpPr>
            <a:spLocks noGrp="1"/>
          </p:cNvSpPr>
          <p:nvPr/>
        </p:nvSpPr>
        <p:spPr>
          <a:xfrm>
            <a:off x="552450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林知远</a:t>
            </a:r>
          </a:p>
        </p:txBody>
      </p:sp>
      <p:sp>
        <p:nvSpPr>
          <p:cNvPr id="85" name="林知远·时间"/>
          <p:cNvSpPr>
            <a:spLocks noGrp="1"/>
          </p:cNvSpPr>
          <p:nvPr/>
        </p:nvSpPr>
        <p:spPr>
          <a:xfrm>
            <a:off x="552450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18:30 – 18:55</a:t>
            </a:r>
          </a:p>
        </p:txBody>
      </p:sp>
      <p:sp>
        <p:nvSpPr>
          <p:cNvPr id="86" name="林知远·去向"/>
          <p:cNvSpPr>
            <a:spLocks noGrp="1"/>
          </p:cNvSpPr>
          <p:nvPr/>
        </p:nvSpPr>
        <p:spPr>
          <a:xfrm>
            <a:off x="552450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852"/>
                </a:solidFill>
                <a:latin typeface="PingFang SC Medium"/>
                <a:ea typeface="PingFang SC Medium"/>
                <a:cs typeface="PingFang SC Medium"/>
              </a:rPr>
              <a:t>星海大学</a:t>
            </a:r>
            <a:r>
              <a:rPr lang="zh-CN" altLang="en-US" sz="1550" b="0" i="0" dirty="0">
                <a:solidFill>
                  <a:srgbClr val="354852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87" name="林知远·分享主题"/>
          <p:cNvSpPr>
            <a:spLocks noGrp="1"/>
          </p:cNvSpPr>
          <p:nvPr/>
        </p:nvSpPr>
        <p:spPr>
          <a:xfrm>
            <a:off x="552450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保研全流程 &amp; 时间线规划</a:t>
            </a:r>
          </a:p>
        </p:txBody>
      </p:sp>
      <p:sp>
        <p:nvSpPr>
          <p:cNvPr id="88" name="陈思齐·上分隔线"/>
          <p:cNvSpPr>
            <a:spLocks noGrp="1"/>
          </p:cNvSpPr>
          <p:nvPr/>
        </p:nvSpPr>
        <p:spPr>
          <a:xfrm>
            <a:off x="552450" y="6335183"/>
            <a:ext cx="4079875" cy="127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89" name="陈思齐·姓名"/>
          <p:cNvSpPr>
            <a:spLocks noGrp="1"/>
          </p:cNvSpPr>
          <p:nvPr/>
        </p:nvSpPr>
        <p:spPr>
          <a:xfrm>
            <a:off x="552450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陈思齐</a:t>
            </a:r>
          </a:p>
        </p:txBody>
      </p:sp>
      <p:sp>
        <p:nvSpPr>
          <p:cNvPr id="90" name="陈思齐·时间"/>
          <p:cNvSpPr>
            <a:spLocks noGrp="1"/>
          </p:cNvSpPr>
          <p:nvPr/>
        </p:nvSpPr>
        <p:spPr>
          <a:xfrm>
            <a:off x="552450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18:55 – 19:10</a:t>
            </a:r>
          </a:p>
        </p:txBody>
      </p:sp>
      <p:sp>
        <p:nvSpPr>
          <p:cNvPr id="91" name="陈思齐·去向"/>
          <p:cNvSpPr>
            <a:spLocks noGrp="1"/>
          </p:cNvSpPr>
          <p:nvPr/>
        </p:nvSpPr>
        <p:spPr>
          <a:xfrm>
            <a:off x="552450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852"/>
                </a:solidFill>
                <a:latin typeface="PingFang SC Medium"/>
                <a:ea typeface="PingFang SC Medium"/>
                <a:cs typeface="PingFang SC Medium"/>
              </a:rPr>
              <a:t>云麓大学</a:t>
            </a:r>
            <a:r>
              <a:rPr lang="zh-CN" altLang="en-US" sz="1550" b="0" i="0" dirty="0">
                <a:solidFill>
                  <a:srgbClr val="354852"/>
                </a:solidFill>
                <a:latin typeface="PingFang SC"/>
                <a:ea typeface="PingFang SC"/>
                <a:cs typeface="PingFang SC"/>
              </a:rPr>
              <a:t>  人工智能研究院</a:t>
            </a:r>
          </a:p>
        </p:txBody>
      </p:sp>
      <p:sp>
        <p:nvSpPr>
          <p:cNvPr id="92" name="陈思齐·分享主题"/>
          <p:cNvSpPr>
            <a:spLocks noGrp="1"/>
          </p:cNvSpPr>
          <p:nvPr/>
        </p:nvSpPr>
        <p:spPr>
          <a:xfrm>
            <a:off x="552450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课程学习与科研方向选择</a:t>
            </a:r>
          </a:p>
        </p:txBody>
      </p:sp>
      <p:sp>
        <p:nvSpPr>
          <p:cNvPr id="93" name="苏予安·上分隔线"/>
          <p:cNvSpPr>
            <a:spLocks noGrp="1"/>
          </p:cNvSpPr>
          <p:nvPr/>
        </p:nvSpPr>
        <p:spPr>
          <a:xfrm>
            <a:off x="552450" y="7943850"/>
            <a:ext cx="4079875" cy="127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94" name="苏予安·姓名"/>
          <p:cNvSpPr>
            <a:spLocks noGrp="1"/>
          </p:cNvSpPr>
          <p:nvPr/>
        </p:nvSpPr>
        <p:spPr>
          <a:xfrm>
            <a:off x="552450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苏予安</a:t>
            </a:r>
          </a:p>
        </p:txBody>
      </p:sp>
      <p:sp>
        <p:nvSpPr>
          <p:cNvPr id="95" name="苏予安·时间"/>
          <p:cNvSpPr>
            <a:spLocks noGrp="1"/>
          </p:cNvSpPr>
          <p:nvPr/>
        </p:nvSpPr>
        <p:spPr>
          <a:xfrm>
            <a:off x="552450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19:10 – 19:25</a:t>
            </a:r>
          </a:p>
        </p:txBody>
      </p:sp>
      <p:sp>
        <p:nvSpPr>
          <p:cNvPr id="96" name="苏予安·去向"/>
          <p:cNvSpPr>
            <a:spLocks noGrp="1"/>
          </p:cNvSpPr>
          <p:nvPr/>
        </p:nvSpPr>
        <p:spPr>
          <a:xfrm>
            <a:off x="552450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852"/>
                </a:solidFill>
                <a:latin typeface="PingFang SC Medium"/>
                <a:ea typeface="PingFang SC Medium"/>
                <a:cs typeface="PingFang SC Medium"/>
              </a:rPr>
              <a:t>明湖大学</a:t>
            </a:r>
            <a:r>
              <a:rPr lang="zh-CN" altLang="en-US" sz="1550" b="0" i="0" dirty="0">
                <a:solidFill>
                  <a:srgbClr val="354852"/>
                </a:solidFill>
                <a:latin typeface="PingFang SC"/>
                <a:ea typeface="PingFang SC"/>
                <a:cs typeface="PingFang SC"/>
              </a:rPr>
              <a:t>  智能科学与技术学院</a:t>
            </a:r>
          </a:p>
        </p:txBody>
      </p:sp>
      <p:sp>
        <p:nvSpPr>
          <p:cNvPr id="97" name="苏予安·分享主题"/>
          <p:cNvSpPr>
            <a:spLocks noGrp="1"/>
          </p:cNvSpPr>
          <p:nvPr/>
        </p:nvSpPr>
        <p:spPr>
          <a:xfrm>
            <a:off x="552450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如何挑选研究方向与导师</a:t>
            </a:r>
          </a:p>
        </p:txBody>
      </p:sp>
      <p:sp>
        <p:nvSpPr>
          <p:cNvPr id="98" name="顾言·上分隔线"/>
          <p:cNvSpPr>
            <a:spLocks noGrp="1"/>
          </p:cNvSpPr>
          <p:nvPr/>
        </p:nvSpPr>
        <p:spPr>
          <a:xfrm>
            <a:off x="552450" y="9552517"/>
            <a:ext cx="4079875" cy="127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99" name="顾言·姓名"/>
          <p:cNvSpPr>
            <a:spLocks noGrp="1"/>
          </p:cNvSpPr>
          <p:nvPr/>
        </p:nvSpPr>
        <p:spPr>
          <a:xfrm>
            <a:off x="552450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顾言</a:t>
            </a:r>
          </a:p>
        </p:txBody>
      </p:sp>
      <p:sp>
        <p:nvSpPr>
          <p:cNvPr id="100" name="顾言·时间"/>
          <p:cNvSpPr>
            <a:spLocks noGrp="1"/>
          </p:cNvSpPr>
          <p:nvPr/>
        </p:nvSpPr>
        <p:spPr>
          <a:xfrm>
            <a:off x="552450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19:25 – 19:40</a:t>
            </a:r>
          </a:p>
        </p:txBody>
      </p:sp>
      <p:sp>
        <p:nvSpPr>
          <p:cNvPr id="101" name="顾言·去向"/>
          <p:cNvSpPr>
            <a:spLocks noGrp="1"/>
          </p:cNvSpPr>
          <p:nvPr/>
        </p:nvSpPr>
        <p:spPr>
          <a:xfrm>
            <a:off x="552450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852"/>
                </a:solidFill>
                <a:latin typeface="PingFang SC Medium"/>
                <a:ea typeface="PingFang SC Medium"/>
                <a:cs typeface="PingFang SC Medium"/>
              </a:rPr>
              <a:t>示例大学</a:t>
            </a:r>
            <a:r>
              <a:rPr lang="zh-CN" altLang="en-US" sz="1550" b="0" i="0" dirty="0">
                <a:solidFill>
                  <a:srgbClr val="354852"/>
                </a:solidFill>
                <a:latin typeface="PingFang SC"/>
                <a:ea typeface="PingFang SC"/>
                <a:cs typeface="PingFang SC"/>
              </a:rPr>
              <a:t>  计算机与信息学院</a:t>
            </a:r>
          </a:p>
        </p:txBody>
      </p:sp>
      <p:sp>
        <p:nvSpPr>
          <p:cNvPr id="102" name="顾言·分享主题"/>
          <p:cNvSpPr>
            <a:spLocks noGrp="1"/>
          </p:cNvSpPr>
          <p:nvPr/>
        </p:nvSpPr>
        <p:spPr>
          <a:xfrm>
            <a:off x="552450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成绩不拔尖，也能找到好去处</a:t>
            </a:r>
          </a:p>
        </p:txBody>
      </p:sp>
      <p:sp>
        <p:nvSpPr>
          <p:cNvPr id="103" name="第1场·末尾分隔线"/>
          <p:cNvSpPr>
            <a:spLocks noGrp="1"/>
          </p:cNvSpPr>
          <p:nvPr/>
        </p:nvSpPr>
        <p:spPr>
          <a:xfrm>
            <a:off x="552450" y="11049000"/>
            <a:ext cx="4079875" cy="127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104" name="第1场·末尾圆点"/>
          <p:cNvSpPr>
            <a:spLocks noGrp="1"/>
          </p:cNvSpPr>
          <p:nvPr/>
        </p:nvSpPr>
        <p:spPr>
          <a:xfrm>
            <a:off x="552450" y="11298238"/>
            <a:ext cx="85725" cy="85725"/>
          </a:xfrm>
          <a:prstGeom prst="ellipse">
            <a:avLst/>
          </a:prstGeom>
          <a:solidFill>
            <a:srgbClr val="3FC0F2"/>
          </a:solidFill>
          <a:ln w="0">
            <a:noFill/>
          </a:ln>
        </p:spPr>
      </p:sp>
      <p:sp>
        <p:nvSpPr>
          <p:cNvPr id="105" name="第1场·末尾说明"/>
          <p:cNvSpPr>
            <a:spLocks noGrp="1"/>
          </p:cNvSpPr>
          <p:nvPr/>
        </p:nvSpPr>
        <p:spPr>
          <a:xfrm>
            <a:off x="752475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19:40 – 20:00</a:t>
            </a:r>
            <a:r>
              <a:rPr lang="zh-CN" altLang="en-US" sz="1250" b="0" i="0" dirty="0">
                <a:solidFill>
                  <a:srgbClr val="657F8C"/>
                </a:solidFill>
                <a:latin typeface="PingFang SC"/>
                <a:ea typeface="PingFang SC"/>
                <a:cs typeface="PingFang SC"/>
              </a:rPr>
              <a:t>   中场休息 / 交流讨论</a:t>
            </a:r>
          </a:p>
        </p:txBody>
      </p:sp>
      <p:sp>
        <p:nvSpPr>
          <p:cNvPr id="106" name="第2场·标签"/>
          <p:cNvSpPr>
            <a:spLocks noGrp="1"/>
          </p:cNvSpPr>
          <p:nvPr/>
        </p:nvSpPr>
        <p:spPr>
          <a:xfrm>
            <a:off x="5140325" y="4267200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3000" b="0" i="0" dirty="0">
                <a:solidFill>
                  <a:srgbClr val="0F85B4"/>
                </a:solidFill>
                <a:latin typeface="Didot"/>
                <a:ea typeface="PingFang SC"/>
                <a:cs typeface="Didot"/>
              </a:rPr>
              <a:t>02</a:t>
            </a:r>
            <a:r>
              <a:rPr lang="zh-CN" altLang="en-US" sz="1700" b="0" i="0" dirty="0">
                <a:solidFill>
                  <a:srgbClr val="0E1A21"/>
                </a:solidFill>
                <a:latin typeface="Songti SC"/>
                <a:ea typeface="Songti SC"/>
                <a:cs typeface="Songti SC"/>
              </a:rPr>
              <a:t>   </a:t>
            </a:r>
            <a:r>
              <a:rPr lang="zh-CN" altLang="en-US" sz="1700" b="1" i="0" dirty="0">
                <a:solidFill>
                  <a:srgbClr val="0E1A21"/>
                </a:solidFill>
                <a:latin typeface="Songti SC"/>
                <a:ea typeface="Songti SC"/>
                <a:cs typeface="Songti SC"/>
              </a:rPr>
              <a:t>第二场</a:t>
            </a:r>
          </a:p>
        </p:txBody>
      </p:sp>
      <p:sp>
        <p:nvSpPr>
          <p:cNvPr id="107" name="第2场·时间"/>
          <p:cNvSpPr>
            <a:spLocks noGrp="1"/>
          </p:cNvSpPr>
          <p:nvPr/>
        </p:nvSpPr>
        <p:spPr>
          <a:xfrm>
            <a:off x="5140325" y="4329112"/>
            <a:ext cx="4079875" cy="431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500" b="0" i="0" dirty="0">
                <a:solidFill>
                  <a:srgbClr val="354852"/>
                </a:solidFill>
                <a:latin typeface="Avenir Next Medium"/>
                <a:ea typeface="PingFang SC"/>
                <a:cs typeface="Avenir Next Medium"/>
              </a:rPr>
              <a:t>20:00 – 21:00</a:t>
            </a:r>
          </a:p>
        </p:txBody>
      </p:sp>
      <p:sp>
        <p:nvSpPr>
          <p:cNvPr id="108" name="第2场·标题线"/>
          <p:cNvSpPr>
            <a:spLocks noGrp="1"/>
          </p:cNvSpPr>
          <p:nvPr/>
        </p:nvSpPr>
        <p:spPr>
          <a:xfrm>
            <a:off x="5140325" y="4787900"/>
            <a:ext cx="4079875" cy="12700"/>
          </a:xfrm>
          <a:prstGeom prst="rect">
            <a:avLst/>
          </a:prstGeom>
          <a:solidFill>
            <a:srgbClr val="0E1A21"/>
          </a:solidFill>
          <a:ln w="0">
            <a:noFill/>
          </a:ln>
        </p:spPr>
      </p:sp>
      <p:sp>
        <p:nvSpPr>
          <p:cNvPr id="109" name="沈清和·姓名"/>
          <p:cNvSpPr>
            <a:spLocks noGrp="1"/>
          </p:cNvSpPr>
          <p:nvPr/>
        </p:nvSpPr>
        <p:spPr>
          <a:xfrm>
            <a:off x="5140325" y="5003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沈清和</a:t>
            </a:r>
          </a:p>
        </p:txBody>
      </p:sp>
      <p:sp>
        <p:nvSpPr>
          <p:cNvPr id="110" name="沈清和·时间"/>
          <p:cNvSpPr>
            <a:spLocks noGrp="1"/>
          </p:cNvSpPr>
          <p:nvPr/>
        </p:nvSpPr>
        <p:spPr>
          <a:xfrm>
            <a:off x="5140325" y="5045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20:00 – 20:15</a:t>
            </a:r>
          </a:p>
        </p:txBody>
      </p:sp>
      <p:sp>
        <p:nvSpPr>
          <p:cNvPr id="111" name="沈清和·去向"/>
          <p:cNvSpPr>
            <a:spLocks noGrp="1"/>
          </p:cNvSpPr>
          <p:nvPr/>
        </p:nvSpPr>
        <p:spPr>
          <a:xfrm>
            <a:off x="5140325" y="5372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852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54852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12" name="沈清和·分享主题"/>
          <p:cNvSpPr>
            <a:spLocks noGrp="1"/>
          </p:cNvSpPr>
          <p:nvPr/>
        </p:nvSpPr>
        <p:spPr>
          <a:xfrm>
            <a:off x="5140325" y="5740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本科科研经历怎么积累</a:t>
            </a:r>
          </a:p>
        </p:txBody>
      </p:sp>
      <p:sp>
        <p:nvSpPr>
          <p:cNvPr id="113" name="许若溪·上分隔线"/>
          <p:cNvSpPr>
            <a:spLocks noGrp="1"/>
          </p:cNvSpPr>
          <p:nvPr/>
        </p:nvSpPr>
        <p:spPr>
          <a:xfrm>
            <a:off x="5140325" y="6335183"/>
            <a:ext cx="4079875" cy="127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114" name="许若溪·姓名"/>
          <p:cNvSpPr>
            <a:spLocks noGrp="1"/>
          </p:cNvSpPr>
          <p:nvPr/>
        </p:nvSpPr>
        <p:spPr>
          <a:xfrm>
            <a:off x="5140325" y="6612467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许若溪</a:t>
            </a:r>
          </a:p>
        </p:txBody>
      </p:sp>
      <p:sp>
        <p:nvSpPr>
          <p:cNvPr id="115" name="许若溪·标签"/>
          <p:cNvSpPr>
            <a:spLocks noGrp="1"/>
          </p:cNvSpPr>
          <p:nvPr/>
        </p:nvSpPr>
        <p:spPr>
          <a:xfrm>
            <a:off x="6054725" y="6644471"/>
            <a:ext cx="1534160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400" b="0" i="0" spc="6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南屿大学特邀嘉宾</a:t>
            </a:r>
          </a:p>
        </p:txBody>
      </p:sp>
      <p:sp>
        <p:nvSpPr>
          <p:cNvPr id="116" name="许若溪·时间"/>
          <p:cNvSpPr>
            <a:spLocks noGrp="1"/>
          </p:cNvSpPr>
          <p:nvPr/>
        </p:nvSpPr>
        <p:spPr>
          <a:xfrm>
            <a:off x="5140325" y="6654129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20:15 – 20:30</a:t>
            </a:r>
          </a:p>
        </p:txBody>
      </p:sp>
      <p:sp>
        <p:nvSpPr>
          <p:cNvPr id="117" name="许若溪·去向"/>
          <p:cNvSpPr>
            <a:spLocks noGrp="1"/>
          </p:cNvSpPr>
          <p:nvPr/>
        </p:nvSpPr>
        <p:spPr>
          <a:xfrm>
            <a:off x="5140325" y="6980767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852"/>
                </a:solidFill>
                <a:latin typeface="PingFang SC Medium"/>
                <a:ea typeface="PingFang SC Medium"/>
                <a:cs typeface="PingFang SC Medium"/>
              </a:rPr>
              <a:t>南屿大学</a:t>
            </a:r>
            <a:r>
              <a:rPr lang="zh-CN" altLang="en-US" sz="1550" b="0" i="0" dirty="0">
                <a:solidFill>
                  <a:srgbClr val="354852"/>
                </a:solidFill>
                <a:latin typeface="PingFang SC"/>
                <a:ea typeface="PingFang SC"/>
                <a:cs typeface="PingFang SC"/>
              </a:rPr>
              <a:t>  计算机科学与技术学院</a:t>
            </a:r>
          </a:p>
        </p:txBody>
      </p:sp>
      <p:sp>
        <p:nvSpPr>
          <p:cNvPr id="118" name="许若溪·分享主题"/>
          <p:cNvSpPr>
            <a:spLocks noGrp="1"/>
          </p:cNvSpPr>
          <p:nvPr/>
        </p:nvSpPr>
        <p:spPr>
          <a:xfrm>
            <a:off x="5140325" y="7349067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从科研入门到保研申请</a:t>
            </a:r>
          </a:p>
        </p:txBody>
      </p:sp>
      <p:sp>
        <p:nvSpPr>
          <p:cNvPr id="119" name="江屿白·上分隔线"/>
          <p:cNvSpPr>
            <a:spLocks noGrp="1"/>
          </p:cNvSpPr>
          <p:nvPr/>
        </p:nvSpPr>
        <p:spPr>
          <a:xfrm>
            <a:off x="5140325" y="7943850"/>
            <a:ext cx="4079875" cy="127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120" name="江屿白·姓名"/>
          <p:cNvSpPr>
            <a:spLocks noGrp="1"/>
          </p:cNvSpPr>
          <p:nvPr/>
        </p:nvSpPr>
        <p:spPr>
          <a:xfrm>
            <a:off x="5140325" y="8221133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江屿白</a:t>
            </a:r>
          </a:p>
        </p:txBody>
      </p:sp>
      <p:sp>
        <p:nvSpPr>
          <p:cNvPr id="121" name="江屿白·时间"/>
          <p:cNvSpPr>
            <a:spLocks noGrp="1"/>
          </p:cNvSpPr>
          <p:nvPr/>
        </p:nvSpPr>
        <p:spPr>
          <a:xfrm>
            <a:off x="5140325" y="8262796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20:30 – 20:45</a:t>
            </a:r>
          </a:p>
        </p:txBody>
      </p:sp>
      <p:sp>
        <p:nvSpPr>
          <p:cNvPr id="122" name="江屿白·去向"/>
          <p:cNvSpPr>
            <a:spLocks noGrp="1"/>
          </p:cNvSpPr>
          <p:nvPr/>
        </p:nvSpPr>
        <p:spPr>
          <a:xfrm>
            <a:off x="5140325" y="8589433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852"/>
                </a:solidFill>
                <a:latin typeface="PingFang SC Medium"/>
                <a:ea typeface="PingFang SC Medium"/>
                <a:cs typeface="PingFang SC Medium"/>
              </a:rPr>
              <a:t>北辰大学</a:t>
            </a:r>
            <a:r>
              <a:rPr lang="zh-CN" altLang="en-US" sz="1550" b="0" i="0" dirty="0">
                <a:solidFill>
                  <a:srgbClr val="354852"/>
                </a:solidFill>
                <a:latin typeface="PingFang SC"/>
                <a:ea typeface="PingFang SC"/>
                <a:cs typeface="PingFang SC"/>
              </a:rPr>
              <a:t>  人工智能学院</a:t>
            </a:r>
          </a:p>
        </p:txBody>
      </p:sp>
      <p:sp>
        <p:nvSpPr>
          <p:cNvPr id="123" name="江屿白·分享主题"/>
          <p:cNvSpPr>
            <a:spLocks noGrp="1"/>
          </p:cNvSpPr>
          <p:nvPr/>
        </p:nvSpPr>
        <p:spPr>
          <a:xfrm>
            <a:off x="5140325" y="8957733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用好 GitHub 与个人主页</a:t>
            </a:r>
          </a:p>
        </p:txBody>
      </p:sp>
      <p:sp>
        <p:nvSpPr>
          <p:cNvPr id="124" name="叶书宁·上分隔线"/>
          <p:cNvSpPr>
            <a:spLocks noGrp="1"/>
          </p:cNvSpPr>
          <p:nvPr/>
        </p:nvSpPr>
        <p:spPr>
          <a:xfrm>
            <a:off x="5140325" y="9552517"/>
            <a:ext cx="4079875" cy="127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125" name="叶书宁·姓名"/>
          <p:cNvSpPr>
            <a:spLocks noGrp="1"/>
          </p:cNvSpPr>
          <p:nvPr/>
        </p:nvSpPr>
        <p:spPr>
          <a:xfrm>
            <a:off x="5140325" y="9829800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2100" b="0" i="0" dirty="0">
                <a:solidFill>
                  <a:srgbClr val="0E1A21"/>
                </a:solidFill>
                <a:latin typeface="Songti SC Black"/>
                <a:ea typeface="Songti SC Black"/>
                <a:cs typeface="Songti SC Black"/>
              </a:rPr>
              <a:t>叶书宁</a:t>
            </a:r>
          </a:p>
        </p:txBody>
      </p:sp>
      <p:sp>
        <p:nvSpPr>
          <p:cNvPr id="126" name="叶书宁·时间"/>
          <p:cNvSpPr>
            <a:spLocks noGrp="1"/>
          </p:cNvSpPr>
          <p:nvPr/>
        </p:nvSpPr>
        <p:spPr>
          <a:xfrm>
            <a:off x="5140325" y="9871462"/>
            <a:ext cx="4079875" cy="3429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r"/>
            <a:r>
              <a:rPr lang="zh-CN" altLang="en-US" sz="13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20:45 – 21:00</a:t>
            </a:r>
          </a:p>
        </p:txBody>
      </p:sp>
      <p:sp>
        <p:nvSpPr>
          <p:cNvPr id="127" name="叶书宁·去向"/>
          <p:cNvSpPr>
            <a:spLocks noGrp="1"/>
          </p:cNvSpPr>
          <p:nvPr/>
        </p:nvSpPr>
        <p:spPr>
          <a:xfrm>
            <a:off x="5140325" y="10198100"/>
            <a:ext cx="4079875" cy="2921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550" b="0" i="0" dirty="0">
                <a:solidFill>
                  <a:srgbClr val="354852"/>
                </a:solidFill>
                <a:latin typeface="PingFang SC Medium"/>
                <a:ea typeface="PingFang SC Medium"/>
                <a:cs typeface="PingFang SC Medium"/>
              </a:rPr>
              <a:t>远山大学</a:t>
            </a:r>
            <a:r>
              <a:rPr lang="zh-CN" altLang="en-US" sz="1550" b="0" i="0" dirty="0">
                <a:solidFill>
                  <a:srgbClr val="354852"/>
                </a:solidFill>
                <a:latin typeface="PingFang SC"/>
                <a:ea typeface="PingFang SC"/>
                <a:cs typeface="PingFang SC"/>
              </a:rPr>
              <a:t>  数据科学研究院</a:t>
            </a:r>
          </a:p>
        </p:txBody>
      </p:sp>
      <p:sp>
        <p:nvSpPr>
          <p:cNvPr id="128" name="叶书宁·分享主题"/>
          <p:cNvSpPr>
            <a:spLocks noGrp="1"/>
          </p:cNvSpPr>
          <p:nvPr/>
        </p:nvSpPr>
        <p:spPr>
          <a:xfrm>
            <a:off x="5140325" y="10566400"/>
            <a:ext cx="4079875" cy="3175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900" b="0" i="0" dirty="0">
                <a:solidFill>
                  <a:srgbClr val="0F85B4"/>
                </a:solidFill>
                <a:latin typeface="PingFang SC Semibold"/>
                <a:ea typeface="PingFang SC Semibold"/>
                <a:cs typeface="PingFang SC Semibold"/>
              </a:rPr>
              <a:t>夏令营与预推免面试复盘</a:t>
            </a:r>
          </a:p>
        </p:txBody>
      </p:sp>
      <p:sp>
        <p:nvSpPr>
          <p:cNvPr id="129" name="第2场·末尾分隔线"/>
          <p:cNvSpPr>
            <a:spLocks noGrp="1"/>
          </p:cNvSpPr>
          <p:nvPr/>
        </p:nvSpPr>
        <p:spPr>
          <a:xfrm>
            <a:off x="5140325" y="11049000"/>
            <a:ext cx="4079875" cy="127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130" name="第2场·末尾圆点"/>
          <p:cNvSpPr>
            <a:spLocks noGrp="1"/>
          </p:cNvSpPr>
          <p:nvPr/>
        </p:nvSpPr>
        <p:spPr>
          <a:xfrm>
            <a:off x="5140325" y="11298238"/>
            <a:ext cx="85725" cy="85725"/>
          </a:xfrm>
          <a:prstGeom prst="ellipse">
            <a:avLst/>
          </a:prstGeom>
          <a:solidFill>
            <a:srgbClr val="3FC0F2"/>
          </a:solidFill>
          <a:ln w="0">
            <a:noFill/>
          </a:ln>
        </p:spPr>
      </p:sp>
      <p:sp>
        <p:nvSpPr>
          <p:cNvPr id="131" name="第2场·末尾说明"/>
          <p:cNvSpPr>
            <a:spLocks noGrp="1"/>
          </p:cNvSpPr>
          <p:nvPr/>
        </p:nvSpPr>
        <p:spPr>
          <a:xfrm>
            <a:off x="5340350" y="11214100"/>
            <a:ext cx="3879850" cy="2540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250" b="0" i="0" dirty="0">
                <a:solidFill>
                  <a:srgbClr val="657F8C"/>
                </a:solidFill>
                <a:latin typeface="Avenir Next Medium"/>
                <a:ea typeface="PingFang SC"/>
                <a:cs typeface="Avenir Next Medium"/>
              </a:rPr>
              <a:t>21:00 – 21:20</a:t>
            </a:r>
            <a:r>
              <a:rPr lang="zh-CN" altLang="en-US" sz="1250" b="0" i="0" dirty="0">
                <a:solidFill>
                  <a:srgbClr val="657F8C"/>
                </a:solidFill>
                <a:latin typeface="PingFang SC"/>
                <a:ea typeface="PingFang SC"/>
                <a:cs typeface="PingFang SC"/>
              </a:rPr>
              <a:t>   答疑提问 / 交流讨论</a:t>
            </a:r>
          </a:p>
        </p:txBody>
      </p:sp>
      <p:sp>
        <p:nvSpPr>
          <p:cNvPr id="132" name="底栏上横线"/>
          <p:cNvSpPr>
            <a:spLocks noGrp="1"/>
          </p:cNvSpPr>
          <p:nvPr/>
        </p:nvSpPr>
        <p:spPr>
          <a:xfrm>
            <a:off x="552450" y="11785600"/>
            <a:ext cx="8667750" cy="12700"/>
          </a:xfrm>
          <a:prstGeom prst="rect">
            <a:avLst/>
          </a:prstGeom>
          <a:solidFill>
            <a:srgbClr val="0E1A21"/>
          </a:solidFill>
          <a:ln w="0">
            <a:noFill/>
          </a:ln>
        </p:spPr>
      </p:sp>
      <p:sp>
        <p:nvSpPr>
          <p:cNvPr id="133" name="底栏·时间标签"/>
          <p:cNvSpPr>
            <a:spLocks noGrp="1"/>
          </p:cNvSpPr>
          <p:nvPr/>
        </p:nvSpPr>
        <p:spPr>
          <a:xfrm>
            <a:off x="55245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57F8C"/>
                </a:solidFill>
                <a:latin typeface="PingFang SC Medium"/>
                <a:ea typeface="PingFang SC Medium"/>
                <a:cs typeface="PingFang SC Medium"/>
              </a:rPr>
              <a:t>时间</a:t>
            </a:r>
            <a:r>
              <a:rPr lang="zh-CN" altLang="en-US" sz="850" b="0" i="0" spc="120" dirty="0">
                <a:solidFill>
                  <a:srgbClr val="657F8C"/>
                </a:solidFill>
                <a:latin typeface="Avenir Next Demi Bold"/>
                <a:ea typeface="PingFang SC"/>
                <a:cs typeface="Avenir Next Demi Bold"/>
              </a:rPr>
              <a:t>   TIME</a:t>
            </a:r>
          </a:p>
        </p:txBody>
      </p:sp>
      <p:sp>
        <p:nvSpPr>
          <p:cNvPr id="134" name="底栏·日期时间"/>
          <p:cNvSpPr>
            <a:spLocks noGrp="1"/>
          </p:cNvSpPr>
          <p:nvPr/>
        </p:nvSpPr>
        <p:spPr>
          <a:xfrm>
            <a:off x="552450" y="123063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E1A21"/>
                </a:solidFill>
                <a:latin typeface="PingFang SC Medium"/>
                <a:ea typeface="PingFang SC Medium"/>
                <a:cs typeface="PingFang SC Medium"/>
              </a:rPr>
              <a:t>11月7日（星期六）</a:t>
            </a:r>
            <a:r>
              <a:rPr lang="zh-CN" altLang="en-US" sz="1600" b="0" i="0" dirty="0">
                <a:solidFill>
                  <a:srgbClr val="0E1A21"/>
                </a:solidFill>
                <a:latin typeface="Avenir Next Demi Bold"/>
                <a:ea typeface="PingFang SC"/>
                <a:cs typeface="Avenir Next Demi Bold"/>
              </a:rPr>
              <a:t>   18:30 – 21:20</a:t>
            </a:r>
          </a:p>
        </p:txBody>
      </p:sp>
      <p:sp>
        <p:nvSpPr>
          <p:cNvPr id="135" name="底栏·地点标签"/>
          <p:cNvSpPr>
            <a:spLocks noGrp="1"/>
          </p:cNvSpPr>
          <p:nvPr/>
        </p:nvSpPr>
        <p:spPr>
          <a:xfrm>
            <a:off x="552450" y="128524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57F8C"/>
                </a:solidFill>
                <a:latin typeface="PingFang SC Medium"/>
                <a:ea typeface="PingFang SC Medium"/>
                <a:cs typeface="PingFang SC Medium"/>
              </a:rPr>
              <a:t>地点</a:t>
            </a:r>
            <a:r>
              <a:rPr lang="zh-CN" altLang="en-US" sz="850" b="0" i="0" spc="120" dirty="0">
                <a:solidFill>
                  <a:srgbClr val="657F8C"/>
                </a:solidFill>
                <a:latin typeface="Avenir Next Demi Bold"/>
                <a:ea typeface="PingFang SC"/>
                <a:cs typeface="Avenir Next Demi Bold"/>
              </a:rPr>
              <a:t>   LOCATION</a:t>
            </a:r>
          </a:p>
        </p:txBody>
      </p:sp>
      <p:sp>
        <p:nvSpPr>
          <p:cNvPr id="136" name="底栏·地点"/>
          <p:cNvSpPr>
            <a:spLocks noGrp="1"/>
          </p:cNvSpPr>
          <p:nvPr/>
        </p:nvSpPr>
        <p:spPr>
          <a:xfrm>
            <a:off x="552450" y="13093700"/>
            <a:ext cx="3429000" cy="3048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600" b="0" i="0" dirty="0">
                <a:solidFill>
                  <a:srgbClr val="0E1A21"/>
                </a:solidFill>
                <a:latin typeface="Avenir Next Demi Bold"/>
                <a:ea typeface="PingFang SC"/>
                <a:cs typeface="Avenir Next Demi Bold"/>
              </a:rPr>
              <a:t>Room A-101</a:t>
            </a:r>
          </a:p>
        </p:txBody>
      </p:sp>
      <p:sp>
        <p:nvSpPr>
          <p:cNvPr id="137" name="底栏·发起人"/>
          <p:cNvSpPr>
            <a:spLocks noGrp="1"/>
          </p:cNvSpPr>
          <p:nvPr/>
        </p:nvSpPr>
        <p:spPr>
          <a:xfrm>
            <a:off x="552450" y="13881100"/>
            <a:ext cx="3556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100" b="0" i="0" dirty="0">
                <a:solidFill>
                  <a:srgbClr val="657F8C"/>
                </a:solidFill>
                <a:latin typeface="PingFang SC"/>
                <a:ea typeface="PingFang SC"/>
                <a:cs typeface="PingFang SC"/>
              </a:rPr>
              <a:t>分享会发起人：林知远   沈清和</a:t>
            </a:r>
          </a:p>
        </p:txBody>
      </p:sp>
      <p:sp>
        <p:nvSpPr>
          <p:cNvPr id="138" name="底栏·分隔线一"/>
          <p:cNvSpPr>
            <a:spLocks noGrp="1"/>
          </p:cNvSpPr>
          <p:nvPr/>
        </p:nvSpPr>
        <p:spPr>
          <a:xfrm>
            <a:off x="4191000" y="12065000"/>
            <a:ext cx="12700" cy="20193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139" name="底栏·主办标签"/>
          <p:cNvSpPr>
            <a:spLocks noGrp="1"/>
          </p:cNvSpPr>
          <p:nvPr/>
        </p:nvSpPr>
        <p:spPr>
          <a:xfrm>
            <a:off x="4470400" y="12065000"/>
            <a:ext cx="27940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57F8C"/>
                </a:solidFill>
                <a:latin typeface="PingFang SC Medium"/>
                <a:ea typeface="PingFang SC Medium"/>
                <a:cs typeface="PingFang SC Medium"/>
              </a:rPr>
              <a:t>主办</a:t>
            </a:r>
            <a:r>
              <a:rPr lang="zh-CN" altLang="en-US" sz="850" b="0" i="0" spc="120" dirty="0">
                <a:solidFill>
                  <a:srgbClr val="657F8C"/>
                </a:solidFill>
                <a:latin typeface="Avenir Next Demi Bold"/>
                <a:ea typeface="PingFang SC"/>
                <a:cs typeface="Avenir Next Demi Bold"/>
              </a:rPr>
              <a:t>   ORGANIZER</a:t>
            </a:r>
          </a:p>
        </p:txBody>
      </p:sp>
      <p:pic>
        <p:nvPicPr>
          <p:cNvPr id="140" name="主办单位logo" descr="image.png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p:blipFill>
        <p:spPr>
          <a:xfrm>
            <a:off x="4470400" y="12369800"/>
            <a:ext cx="1582168" cy="863600"/>
          </a:xfrm>
          <a:prstGeom prst="rect">
            <a:avLst/>
          </a:prstGeom>
        </p:spPr>
      </p:pic>
      <p:sp>
        <p:nvSpPr>
          <p:cNvPr id="140" name="底栏·分隔线二"/>
          <p:cNvSpPr>
            <a:spLocks noGrp="1"/>
          </p:cNvSpPr>
          <p:nvPr/>
        </p:nvSpPr>
        <p:spPr>
          <a:xfrm>
            <a:off x="7467600" y="12065000"/>
            <a:ext cx="12700" cy="2019300"/>
          </a:xfrm>
          <a:prstGeom prst="rect">
            <a:avLst/>
          </a:prstGeom>
          <a:solidFill>
            <a:srgbClr val="AFD8EA"/>
          </a:solidFill>
          <a:ln w="0">
            <a:noFill/>
          </a:ln>
        </p:spPr>
      </p:sp>
      <p:sp>
        <p:nvSpPr>
          <p:cNvPr id="141" name="二维码标签"/>
          <p:cNvSpPr>
            <a:spLocks noGrp="1"/>
          </p:cNvSpPr>
          <p:nvPr/>
        </p:nvSpPr>
        <p:spPr>
          <a:xfrm>
            <a:off x="7747000" y="120650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/>
            <a:r>
              <a:rPr lang="zh-CN" altLang="en-US" sz="1050" b="0" i="0" dirty="0">
                <a:solidFill>
                  <a:srgbClr val="657F8C"/>
                </a:solidFill>
                <a:latin typeface="PingFang SC Medium"/>
                <a:ea typeface="PingFang SC Medium"/>
                <a:cs typeface="PingFang SC Medium"/>
              </a:rPr>
              <a:t>交流群</a:t>
            </a:r>
            <a:r>
              <a:rPr lang="zh-CN" altLang="en-US" sz="850" b="0" i="0" spc="120" dirty="0">
                <a:solidFill>
                  <a:srgbClr val="657F8C"/>
                </a:solidFill>
                <a:latin typeface="Avenir Next Demi Bold"/>
                <a:ea typeface="PingFang SC"/>
                <a:cs typeface="Avenir Next Demi Bold"/>
              </a:rPr>
              <a:t>   QQ GROUP</a:t>
            </a:r>
          </a:p>
        </p:txBody>
      </p:sp>
      <p:pic>
        <p:nvPicPr>
          <p:cNvPr id="142" name="二维码" descr="image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747000" y="12331700"/>
            <a:ext cx="1473200" cy="1473200"/>
          </a:xfrm>
          <a:prstGeom prst="rect">
            <a:avLst/>
          </a:prstGeom>
        </p:spPr>
      </p:pic>
      <p:sp>
        <p:nvSpPr>
          <p:cNvPr id="142" name="二维码下方文字"/>
          <p:cNvSpPr>
            <a:spLocks noGrp="1"/>
          </p:cNvSpPr>
          <p:nvPr/>
        </p:nvSpPr>
        <p:spPr>
          <a:xfrm>
            <a:off x="7747000" y="13881100"/>
            <a:ext cx="1473200" cy="203200"/>
          </a:xfrm>
          <a:prstGeom prst="rect">
            <a:avLst/>
          </a:prstGeom>
          <a:noFill/>
          <a:ln w="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/>
            <a:r>
              <a:rPr lang="zh-CN" altLang="en-US" sz="1050" b="0" i="0" dirty="0">
                <a:solidFill>
                  <a:srgbClr val="657F8C"/>
                </a:solidFill>
                <a:latin typeface="PingFang SC"/>
                <a:ea typeface="PingFang SC"/>
                <a:cs typeface="PingFang SC"/>
              </a:rPr>
              <a:t>群号  </a:t>
            </a:r>
            <a:r>
              <a:rPr lang="zh-CN" altLang="en-US" sz="1050" b="0" i="0" spc="40" dirty="0">
                <a:solidFill>
                  <a:srgbClr val="0E1A21"/>
                </a:solidFill>
                <a:latin typeface="Avenir Next Medium"/>
                <a:ea typeface="PingFang SC"/>
                <a:cs typeface="Avenir Next Medium"/>
              </a:rPr>
              <a:t>123456789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oster">
  <a:themeElements>
    <a:clrScheme name="Poster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Poster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Slides>1</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2026 保研分享会</dc:title>
  <dc:creator/>
  <cp:lastModifiedBy/>
  <cp:revision>1</cp:revision>
  <dcterms:created xsi:type="dcterms:W3CDTF">2026-01-01T00:00:00Z</dcterms:created>
  <dcterms:modified xsi:type="dcterms:W3CDTF">2026-01-01T00:00:00Z</dcterms:modified>
  <dc:subject>青3 天青</dc:subject>
  <cp:keywords/>
  <dc:description>Made with baoyan-poster-template</dc:description>
</cp:coreProperties>
</file>