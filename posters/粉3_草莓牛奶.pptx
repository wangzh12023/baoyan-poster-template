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7EC"/>
            </a:gs>
            <a:gs pos="56000">
              <a:srgbClr val="FFFEFB"/>
            </a:gs>
            <a:gs pos="100000">
              <a:srgbClr val="FFF3E4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FEBEE"/>
              </a:gs>
              <a:gs pos="42000">
                <a:srgbClr val="FFA5B8"/>
              </a:gs>
              <a:gs pos="100000">
                <a:srgbClr val="FFECEF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FFE5E9"/>
              </a:gs>
              <a:gs pos="100000">
                <a:srgbClr val="FFF9FA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FEC4CF"/>
              </a:gs>
              <a:gs pos="64000">
                <a:srgbClr val="FFF1F4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FEC2CE"/>
              </a:gs>
              <a:gs pos="100000">
                <a:srgbClr val="FFECEF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FFDFE4"/>
              </a:gs>
              <a:gs pos="100000">
                <a:srgbClr val="FFF3F5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221413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221413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DB426D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221413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F87F9C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43F3D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43F3D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DB426D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221413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21413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43F3D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221413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270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D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543F3D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B426D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EFC4CC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270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D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543F3D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B426D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EFC4CC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270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D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543F3D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B426D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EFC4CC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270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D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543F3D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B426D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EFC4CC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F87F9C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F7270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8F7270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DB426D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221413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21413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43F3D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221413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270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D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43F3D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B426D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EFC4CC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DB426D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270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D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543F3D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B426D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EFC4CC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270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D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43F3D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B426D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EFC4CC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270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D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543F3D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B426D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EFC4CC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F87F9C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F7270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8F7270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221413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F7270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8F7270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21413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221413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F7270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8F7270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21413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8F7270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EFC4CC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F7270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8F7270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EFC4CC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F7270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8F7270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8F7270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221413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粉3 草莓牛奶</dc:subject>
  <cp:keywords/>
  <dc:description>Made with baoyan-poster-template</dc:description>
</cp:coreProperties>
</file>