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DFDFF"/>
            </a:gs>
            <a:gs pos="56000">
              <a:srgbClr val="FCFFFF"/>
            </a:gs>
            <a:gs pos="100000">
              <a:srgbClr val="E6FBFF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DBF9FE"/>
              </a:gs>
              <a:gs pos="42000">
                <a:srgbClr val="56E0F3"/>
              </a:gs>
              <a:gs pos="100000">
                <a:srgbClr val="DEFAFE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0F8FE"/>
              </a:gs>
              <a:gs pos="100000">
                <a:srgbClr val="F5FDFF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98EBF8"/>
              </a:gs>
              <a:gs pos="64000">
                <a:srgbClr val="E7FBFE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94EBF8"/>
              </a:gs>
              <a:gs pos="100000">
                <a:srgbClr val="DDFAFE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C4F6FD"/>
              </a:gs>
              <a:gs pos="100000">
                <a:srgbClr val="EAFCFE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0C1B1E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0C1B1E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0A6C7C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C1B1E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C1B1E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0C1B1E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09B2C7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0C1B1E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24A4E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24A4E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A6C7C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0C1B1E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C1B1E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24A4E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0C1B1E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C1B1E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087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E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24A4E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A6C7C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ACDBE2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C1B1E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087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E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24A4E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A6C7C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ACDBE2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C1B1E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087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E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24A4E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A6C7C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ACDBE2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C1B1E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087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E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24A4E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A6C7C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ACDBE2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09B2C7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28087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28087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A6C7C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0C1B1E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C1B1E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24A4E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0C1B1E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C1B1E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087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E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24A4E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A6C7C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ACDBE2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C1B1E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0A6C7C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087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E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24A4E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A6C7C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ACDBE2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C1B1E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087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E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24A4E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A6C7C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ACDBE2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C1B1E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087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E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24A4E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A6C7C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ACDBE2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09B2C7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28087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28087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0C1B1E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087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28087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C1B1E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0C1B1E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087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28087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C1B1E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28087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ACDBE2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087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28087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ACDBE2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087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28087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28087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0C1B1E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青2 孔雀青</dc:subject>
  <cp:keywords/>
  <dc:description>Made with baoyan-poster-template</dc:description>
</cp:coreProperties>
</file>