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2E6"/>
            </a:gs>
            <a:gs pos="56000">
              <a:srgbClr val="FFFCFA"/>
            </a:gs>
            <a:gs pos="100000">
              <a:srgbClr val="FEEED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FFF1E8"/>
              </a:gs>
              <a:gs pos="42000">
                <a:srgbClr val="FBC298"/>
              </a:gs>
              <a:gs pos="100000">
                <a:srgbClr val="FFF2E9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FFEDE0"/>
              </a:gs>
              <a:gs pos="100000">
                <a:srgbClr val="FFFBF8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FED6B9"/>
              </a:gs>
              <a:gs pos="64000">
                <a:srgbClr val="FFF6E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FED5B7"/>
              </a:gs>
              <a:gs pos="100000">
                <a:srgbClr val="FFF2E9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FFE9D9"/>
              </a:gs>
              <a:gs pos="100000">
                <a:srgbClr val="FFF7F1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1F1610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1F1610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CB7739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1F1610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EEAE7B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F4239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4F4239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CB7739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1F16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F1610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F4239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1F1610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EEAE7B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CB7739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1F1610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1F1610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4F4239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1F1610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1F1610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4F4239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4F4239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CB7739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EEAE7B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88766A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1F1610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F1610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1F1610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1F1610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E6CFBE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88766A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88766A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88766A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1F1610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橙4 奶橘</dc:subject>
  <cp:keywords/>
  <dc:description>Made with baoyan-poster-template</dc:description>
</cp:coreProperties>
</file>