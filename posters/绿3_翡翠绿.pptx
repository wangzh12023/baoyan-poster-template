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EFEF3"/>
            </a:gs>
            <a:gs pos="56000">
              <a:srgbClr val="FCFFFD"/>
            </a:gs>
            <a:gs pos="100000">
              <a:srgbClr val="E9FDF0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DBFDE7"/>
              </a:gs>
              <a:gs pos="42000">
                <a:srgbClr val="52EB9D"/>
              </a:gs>
              <a:gs pos="100000">
                <a:srgbClr val="DDFDE8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D0FCE0"/>
              </a:gs>
              <a:gs pos="100000">
                <a:srgbClr val="F5FEF8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96F3BC"/>
              </a:gs>
              <a:gs pos="64000">
                <a:srgbClr val="E7FDEF"/>
              </a:gs>
              <a:gs pos="100000">
                <a:srgbClr val="FFFFFF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93F3BA"/>
              </a:gs>
              <a:gs pos="100000">
                <a:srgbClr val="DDFDE8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C4FBD8"/>
              </a:gs>
              <a:gs pos="100000">
                <a:srgbClr val="EAFEF1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101B14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101B14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028B54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01B14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01B14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101B14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16D584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101B14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384A3F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384A3F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028B54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101B14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01B14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384A3F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101B14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01B14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98172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84A3F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384A3F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28B54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B7DBC4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01B14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98172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84A3F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384A3F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28B54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B7DBC4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01B14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98172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84A3F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384A3F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28B54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B7DBC4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01B14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98172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84A3F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384A3F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28B54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B7DBC4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16D584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698172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698172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028B54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101B14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01B14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384A3F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101B14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01B14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98172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84A3F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384A3F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28B54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B7DBC4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01B14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028B54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98172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84A3F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384A3F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28B54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B7DBC4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01B14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98172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84A3F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384A3F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28B54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B7DBC4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01B14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98172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84A3F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384A3F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28B54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B7DBC4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16D584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698172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698172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101B14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98172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698172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01B14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101B14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98172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698172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01B14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698172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B7DBC4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98172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698172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B7DBC4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98172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698172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698172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101B14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绿3 翡翠绿</dc:subject>
  <cp:keywords/>
  <dc:description>Made with baoyan-poster-template</dc:description>
</cp:coreProperties>
</file>