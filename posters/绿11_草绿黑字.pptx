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1FDF0"/>
            </a:gs>
            <a:gs pos="56000">
              <a:srgbClr val="FCFFFC"/>
            </a:gs>
            <a:gs pos="100000">
              <a:srgbClr val="EDFCEC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E4FFE3"/>
              </a:gs>
              <a:gs pos="42000">
                <a:srgbClr val="88F388"/>
              </a:gs>
              <a:gs pos="100000">
                <a:srgbClr val="E6FFE4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DCFFDA"/>
              </a:gs>
              <a:gs pos="100000">
                <a:srgbClr val="F7FFF7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B1F9B0"/>
              </a:gs>
              <a:gs pos="64000">
                <a:srgbClr val="EDFFEC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AFF9AE"/>
              </a:gs>
              <a:gs pos="100000">
                <a:srgbClr val="E5FFE4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D3FED1"/>
              </a:gs>
              <a:gs pos="100000">
                <a:srgbClr val="EFFFEE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21B12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21B12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2AAF3D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21B12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55DF5C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21B12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B4A3B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B4A3B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2AAF3D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21B1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21B12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B4A3B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21B12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B4A3B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B4A3B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21B12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BEDABD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B4A3B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B4A3B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21B12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BEDABD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B4A3B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B4A3B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21B12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BEDABD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B4A3B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B4A3B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21B12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BEDABD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55DF5C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D806E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2AAF3D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21B12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21B12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B4A3B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21B12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B4A3B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B4A3B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21B12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BEDABD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2AAF3D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B4A3B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B4A3B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21B12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BEDABD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B4A3B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B4A3B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21B12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BEDABD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21B12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B4A3B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B4A3B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121B12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BEDABD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55DF5C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D806E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D806E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21B12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D806E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D806E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21B12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21B12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D806E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D806E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21B12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D806E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BEDABD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D806E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D806E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BEDABD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D806E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D806E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D806E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21B12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绿11 草绿黑字</dc:subject>
  <cp:keywords/>
  <dc:description>Made with baoyan-poster-template</dc:description>
</cp:coreProperties>
</file>