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3F4F6"/>
            </a:gs>
            <a:gs pos="56000">
              <a:srgbClr val="E9FAFA"/>
            </a:gs>
            <a:gs pos="100000">
              <a:srgbClr val="C8F1F3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C6F4F7"/>
              </a:gs>
              <a:gs pos="42000">
                <a:srgbClr val="50E1EB"/>
              </a:gs>
              <a:gs pos="100000">
                <a:srgbClr val="C7F4F7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BCF3F7"/>
              </a:gs>
              <a:gs pos="100000">
                <a:srgbClr val="DBF7F8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8AE9F0"/>
              </a:gs>
              <a:gs pos="64000">
                <a:srgbClr val="CFF5F8"/>
              </a:gs>
              <a:gs pos="100000">
                <a:srgbClr val="E4F8F9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87E8F0"/>
              </a:gs>
              <a:gs pos="100000">
                <a:srgbClr val="C6F4F7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B1F2F6"/>
              </a:gs>
              <a:gs pos="100000">
                <a:srgbClr val="D2F6F8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0B1B1E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0B1B1E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096A77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E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E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0B1B1E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17BAC8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0B1B1E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24A4D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24A4D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96A77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0B1B1E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B1B1E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24A4D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0B1B1E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E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5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96A77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86CCCF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E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5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96A77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86CCCF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E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5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96A77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86CCCF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E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5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96A77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86CCCF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17BAC8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28185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28185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96A77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0B1B1E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B1B1E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24A4D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0B1B1E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E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5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96A77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86CCCF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E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096A77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5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96A77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86CCCF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E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5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96A77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86CCCF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E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28185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D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24A4D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96A77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86CCCF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17BAC8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28185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28185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0B1B1E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185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28185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B1B1E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0B1B1E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185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28185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B1B1E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28185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86CCCF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185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28185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86CCCF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28185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28185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28185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0B1B1E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青6 满底浅青</dc:subject>
  <cp:keywords/>
  <dc:description>Made with baoyan-poster-template</dc:description>
</cp:coreProperties>
</file>