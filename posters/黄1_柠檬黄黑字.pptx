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DFCE4"/>
            </a:gs>
            <a:gs pos="56000">
              <a:srgbClr val="FFFFFA"/>
            </a:gs>
            <a:gs pos="100000">
              <a:srgbClr val="FBFADA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CD8"/>
              </a:gs>
              <a:gs pos="42000">
                <a:srgbClr val="FCEC3F"/>
              </a:gs>
              <a:gs pos="100000">
                <a:srgbClr val="FFFCDA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FBCB"/>
              </a:gs>
              <a:gs pos="100000">
                <a:srgbClr val="FFFEF4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DF48E"/>
              </a:gs>
              <a:gs pos="64000">
                <a:srgbClr val="FFFDE5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DF38A"/>
              </a:gs>
              <a:gs pos="100000">
                <a:srgbClr val="FFFCDA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FABE"/>
              </a:gs>
              <a:gs pos="100000">
                <a:srgbClr val="FFFDE8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BD8704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B18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0DA1C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9453A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9453A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BD8704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9453A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0DA1C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BD8704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B18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9453A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BD8704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B18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9453A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9453A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B1811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0DA1C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F7A6C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B18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B18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B18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B18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AD5B8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F7A6C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F7A6C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F7A6C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B18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黄1 柠檬黄黑字</dc:subject>
  <cp:keywords/>
  <dc:description>Made with baoyan-poster-template</dc:description>
</cp:coreProperties>
</file>