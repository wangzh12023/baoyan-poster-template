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E8"/>
            </a:gs>
            <a:gs pos="56000">
              <a:srgbClr val="FFFCFA"/>
            </a:gs>
            <a:gs pos="100000">
              <a:srgbClr val="FFEEE0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BDE"/>
              </a:gs>
              <a:gs pos="42000">
                <a:srgbClr val="FEA665"/>
              </a:gs>
              <a:gs pos="100000">
                <a:srgbClr val="FFECE0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5D4"/>
              </a:gs>
              <a:gs pos="100000">
                <a:srgbClr val="FFF9F6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FC49C"/>
              </a:gs>
              <a:gs pos="64000">
                <a:srgbClr val="FFF1E8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FC399"/>
              </a:gs>
              <a:gs pos="100000">
                <a:srgbClr val="FFECD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DFC9"/>
              </a:gs>
              <a:gs pos="100000">
                <a:srgbClr val="FFF3EB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0160F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0160F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EA6A09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F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F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0160F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E973B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0160F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24136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24136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A6A09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0160F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0160F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24136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0160F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F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6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6A09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F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6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6A09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F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6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6A09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F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6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6A09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E973B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C7566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C7566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A6A09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0160F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0160F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24136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0160F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F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6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6A09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F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EA6A09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6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6A09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F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6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6A09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F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6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6A09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E973B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C7566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C7566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0160F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C7566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C7566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0160F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0160F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C7566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C7566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0160F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C7566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C7566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C7566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C7566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C7566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C7566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0160F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橙1 橘子橙</dc:subject>
  <cp:keywords/>
  <dc:description>Made with baoyan-poster-template</dc:description>
</cp:coreProperties>
</file>