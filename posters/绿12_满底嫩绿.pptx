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1F5D8"/>
            </a:gs>
            <a:gs pos="56000">
              <a:srgbClr val="F0FAEB"/>
            </a:gs>
            <a:gs pos="100000">
              <a:srgbClr val="D9F2CE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D7F7CC"/>
              </a:gs>
              <a:gs pos="42000">
                <a:srgbClr val="92E975"/>
              </a:gs>
              <a:gs pos="100000">
                <a:srgbClr val="D8F8CE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D0F7C4"/>
              </a:gs>
              <a:gs pos="100000">
                <a:srgbClr val="E6F9DF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B0F09B"/>
              </a:gs>
              <a:gs pos="64000">
                <a:srgbClr val="DEF8D5"/>
              </a:gs>
              <a:gs pos="100000">
                <a:srgbClr val="ECF9E7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AEF099"/>
              </a:gs>
              <a:gs pos="100000">
                <a:srgbClr val="D8F7CE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CAF6BB"/>
              </a:gs>
              <a:gs pos="100000">
                <a:srgbClr val="DFF8D7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31B11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31B11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297623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31B11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31B11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31B11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60C648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31B11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D493A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D493A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297623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31B1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31B11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D493A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31B11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31B11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F806C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93A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D493A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97623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AAC99C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31B11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F806C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93A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D493A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97623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AAC99C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31B11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F806C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93A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D493A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97623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AAC99C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31B11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F806C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93A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D493A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97623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AAC99C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60C648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F806C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F806C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297623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31B1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31B11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D493A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31B11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31B11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F806C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93A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D493A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97623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AAC99C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31B11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297623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F806C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93A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D493A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97623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AAC99C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31B11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F806C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93A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D493A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97623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AAC99C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31B11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F806C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D493A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D493A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297623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AAC99C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60C648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F806C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F806C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31B11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F806C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F806C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31B11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31B11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F806C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F806C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31B11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F806C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AAC99C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F806C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F806C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AAC99C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F806C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F806C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F806C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31B11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绿12 满底嫩绿</dc:subject>
  <cp:keywords/>
  <dc:description>Made with baoyan-poster-template</dc:description>
</cp:coreProperties>
</file>