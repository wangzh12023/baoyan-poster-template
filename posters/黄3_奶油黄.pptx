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6"/>
            </a:gs>
            <a:gs pos="56000">
              <a:srgbClr val="FFFEFA"/>
            </a:gs>
            <a:gs pos="100000">
              <a:srgbClr val="FEF5DC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F8E2"/>
              </a:gs>
              <a:gs pos="42000">
                <a:srgbClr val="FBDD80"/>
              </a:gs>
              <a:gs pos="100000">
                <a:srgbClr val="FFF8E3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F6DA"/>
              </a:gs>
              <a:gs pos="100000">
                <a:srgbClr val="FFFDF6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DE9AB"/>
              </a:gs>
              <a:gs pos="64000">
                <a:srgbClr val="FFFAEB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DE8A9"/>
              </a:gs>
              <a:gs pos="100000">
                <a:srgbClr val="FFF8E3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F3D0"/>
              </a:gs>
              <a:gs pos="100000">
                <a:srgbClr val="FFFBEE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D171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D171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A56217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D171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EBC669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C4339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C4339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A56217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D17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D171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C4339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D171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56217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0D3B7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56217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0D3B7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56217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0D3B7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56217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0D3B7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EBC669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4786B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A56217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D17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D171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C4339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D171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56217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0D3B7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A56217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56217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0D3B7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56217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0D3B7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56217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0D3B7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EBC669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4786B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D171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86B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4786B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D171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D171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86B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4786B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D171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4786B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0D3B7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86B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4786B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0D3B7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86B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4786B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4786B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D171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黄3 奶油黄</dc:subject>
  <cp:keywords/>
  <dc:description>Made with baoyan-poster-template</dc:description>
</cp:coreProperties>
</file>