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6E3"/>
            </a:gs>
            <a:gs pos="56000">
              <a:srgbClr val="FFFDF8"/>
            </a:gs>
            <a:gs pos="100000">
              <a:srgbClr val="FFF1D8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3E1"/>
              </a:gs>
              <a:gs pos="42000">
                <a:srgbClr val="FFC566"/>
              </a:gs>
              <a:gs pos="100000">
                <a:srgbClr val="FFF3E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FD8"/>
              </a:gs>
              <a:gs pos="100000">
                <a:srgbClr val="FFFB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D99F"/>
              </a:gs>
              <a:gs pos="64000">
                <a:srgbClr val="FFF7EA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D89D"/>
              </a:gs>
              <a:gs pos="100000">
                <a:srgbClr val="FFF3E2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BCE"/>
              </a:gs>
              <a:gs pos="100000">
                <a:srgbClr val="FFF8E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F16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F16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84E1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F16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CAA2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042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042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84E1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F16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F16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042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F16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CAA2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84E1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F16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F16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042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F16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042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042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84E1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CAA2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F16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F16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F16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F16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ACFB1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F16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黄4 芒果黄</dc:subject>
  <cp:keywords/>
  <dc:description>Made with baoyan-poster-template</dc:description>
</cp:coreProperties>
</file>