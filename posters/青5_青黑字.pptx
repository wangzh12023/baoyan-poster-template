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AFEFE"/>
            </a:gs>
            <a:gs pos="56000">
              <a:srgbClr val="FBFFFF"/>
            </a:gs>
            <a:gs pos="100000">
              <a:srgbClr val="E5FCFD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DCFDFF"/>
              </a:gs>
              <a:gs pos="42000">
                <a:srgbClr val="4DEEF6"/>
              </a:gs>
              <a:gs pos="100000">
                <a:srgbClr val="DEFD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1FCFE"/>
              </a:gs>
              <a:gs pos="100000">
                <a:srgbClr val="F5FE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96F5FA"/>
              </a:gs>
              <a:gs pos="64000">
                <a:srgbClr val="E8FE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93F5FA"/>
              </a:gs>
              <a:gs pos="100000">
                <a:srgbClr val="DEFD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5FCFE"/>
              </a:gs>
              <a:gs pos="100000">
                <a:srgbClr val="EAFE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B1B1D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B1B1D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15A5B2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B1B1D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17D0D8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D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D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5A5B2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B1B1D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B1B1D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D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B1B1D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1B1D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1B1D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1B1D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1B1D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17D0D8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28184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15A5B2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B1B1D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B1B1D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D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B1B1D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1B1D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15A5B2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1B1D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1B1D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D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1B1D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17D0D8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28184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28184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B1B1D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84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28184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B1B1D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B1B1D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84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28184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B1B1D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28184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84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28184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ABDBDE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84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28184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28184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B1B1D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青5 青黑字</dc:subject>
  <cp:keywords/>
  <dc:description>Made with baoyan-poster-template</dc:description>
</cp:coreProperties>
</file>