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0DB"/>
            </a:gs>
            <a:gs pos="56000">
              <a:srgbClr val="FEEEEC"/>
            </a:gs>
            <a:gs pos="100000">
              <a:srgbClr val="FDD8D3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ED5D0"/>
              </a:gs>
              <a:gs pos="42000">
                <a:srgbClr val="FC887D"/>
              </a:gs>
              <a:gs pos="100000">
                <a:srgbClr val="FED6D1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ECEC8"/>
              </a:gs>
              <a:gs pos="100000">
                <a:srgbClr val="FEE5E2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AAA1"/>
              </a:gs>
              <a:gs pos="64000">
                <a:srgbClr val="FEDCD8"/>
              </a:gs>
              <a:gs pos="100000">
                <a:srgbClr val="FEEBE9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A99F"/>
              </a:gs>
              <a:gs pos="100000">
                <a:srgbClr val="FED6D1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EC7C1"/>
              </a:gs>
              <a:gs pos="100000">
                <a:srgbClr val="FEDEDA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C90F1A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21413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45249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D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D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C90F1A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D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45249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F736F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C90F1A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21413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D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21413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D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3D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90F1A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45249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36F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F736F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21413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F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F736F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F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F736F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21413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F736F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F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F736F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8ADA6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36F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F736F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F736F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21413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红6 满底浅红</dc:subject>
  <cp:keywords/>
  <dc:description>Made with baoyan-poster-template</dc:description>
</cp:coreProperties>
</file>