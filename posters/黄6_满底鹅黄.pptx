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3B5"/>
            </a:gs>
            <a:gs pos="56000">
              <a:srgbClr val="FFF9DC"/>
            </a:gs>
            <a:gs pos="100000">
              <a:srgbClr val="FFEFA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0B1"/>
              </a:gs>
              <a:gs pos="42000">
                <a:srgbClr val="FDD515"/>
              </a:gs>
              <a:gs pos="100000">
                <a:srgbClr val="FFF1B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EA7"/>
              </a:gs>
              <a:gs pos="100000">
                <a:srgbClr val="FFF5C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E268"/>
              </a:gs>
              <a:gs pos="64000">
                <a:srgbClr val="FFF3BC"/>
              </a:gs>
              <a:gs pos="100000">
                <a:srgbClr val="FFF7D2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E164"/>
              </a:gs>
              <a:gs pos="100000">
                <a:srgbClr val="FFF1B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C9D"/>
              </a:gs>
              <a:gs pos="100000">
                <a:srgbClr val="FFF3B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231F14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231F14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9453A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9453A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31F14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9453A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231F14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31F14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9453A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31F14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231F14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B18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B18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B18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0BE79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黄6 满底鹅黄</dc:subject>
  <cp:keywords/>
  <dc:description>Made with baoyan-poster-template</dc:description>
</cp:coreProperties>
</file>