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FFFF9"/>
            </a:gs>
            <a:gs pos="56000">
              <a:srgbClr val="FFFFFF"/>
            </a:gs>
            <a:gs pos="100000">
              <a:srgbClr val="EDFFF8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DCFFF2"/>
              </a:gs>
              <a:gs pos="42000">
                <a:srgbClr val="3DF5C9"/>
              </a:gs>
              <a:gs pos="100000">
                <a:srgbClr val="DEFFF3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0FFEF"/>
              </a:gs>
              <a:gs pos="100000">
                <a:srgbClr val="F5FFFB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92FADA"/>
              </a:gs>
              <a:gs pos="64000">
                <a:srgbClr val="E7FFF6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8EFAD9"/>
              </a:gs>
              <a:gs pos="100000">
                <a:srgbClr val="DDFFF3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4FFEB"/>
              </a:gs>
              <a:gs pos="100000">
                <a:srgbClr val="EAFFF7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D1C18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D1C18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DAB89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D1C18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0AE8BB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D1C18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44A44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44A44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DAB89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D1C18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D1C18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44A44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D1C18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44A44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44A44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1C18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44A44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44A44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1C18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44A44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44A44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1C18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44A44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44A44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1C18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0AE8BB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48279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DAB89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D1C18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D1C18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44A44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D1C18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44A44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44A44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1C18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DAB89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44A44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44A44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1C18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44A44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44A44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1C18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D1C18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44A44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44A44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1C18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0AE8BB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48279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48279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D1C18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48279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48279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D1C18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D1C18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48279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48279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D1C18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48279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48279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48279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48279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48279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48279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D1C18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绿4 薄荷黑字</dc:subject>
  <cp:keywords/>
  <dc:description>Made with baoyan-poster-template</dc:description>
</cp:coreProperties>
</file>