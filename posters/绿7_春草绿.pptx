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0FDF0"/>
            </a:gs>
            <a:gs pos="56000">
              <a:srgbClr val="FCFFFC"/>
            </a:gs>
            <a:gs pos="100000">
              <a:srgbClr val="ECFCEC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E3FFE4"/>
              </a:gs>
              <a:gs pos="42000">
                <a:srgbClr val="81F48D"/>
              </a:gs>
              <a:gs pos="100000">
                <a:srgbClr val="E5FFE5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DAFFDB"/>
              </a:gs>
              <a:gs pos="100000">
                <a:srgbClr val="F7FFF7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AEF9B3"/>
              </a:gs>
              <a:gs pos="64000">
                <a:srgbClr val="ECFFED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ACF9B1"/>
              </a:gs>
              <a:gs pos="100000">
                <a:srgbClr val="E4FFE5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D1FFD3"/>
              </a:gs>
              <a:gs pos="100000">
                <a:srgbClr val="EEFFEF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21B12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21B12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0F9035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B12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B12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21B12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4AE062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21B12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B4A3C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B4A3C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0F9035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21B12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21B12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B4A3C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21B12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B12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D806E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B4A3C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B4A3C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F9035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BDDABE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B12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D806E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B4A3C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B4A3C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F9035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BDDABE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B12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D806E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B4A3C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B4A3C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F9035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BDDABE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B12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D806E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B4A3C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B4A3C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F9035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BDDABE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4AE062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D806E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6D806E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0F9035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21B12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21B12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B4A3C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21B12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B12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D806E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B4A3C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B4A3C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F9035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BDDABE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B12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0F9035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D806E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B4A3C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B4A3C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F9035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BDDABE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B12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D806E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B4A3C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B4A3C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F9035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BDDABE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B12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D806E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B4A3C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B4A3C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F9035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BDDABE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4AE062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D806E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6D806E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21B12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D806E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6D806E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21B12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21B12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D806E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6D806E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21B12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6D806E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BDDABE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D806E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6D806E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BDDABE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D806E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6D806E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6D806E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21B12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绿7 春草绿</dc:subject>
  <cp:keywords/>
  <dc:description>Made with baoyan-poster-template</dc:description>
</cp:coreProperties>
</file>