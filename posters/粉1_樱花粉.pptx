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1F4"/>
            </a:gs>
            <a:gs pos="56000">
              <a:srgbClr val="FFFCFD"/>
            </a:gs>
            <a:gs pos="100000">
              <a:srgbClr val="FFEEF2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FFEDF0"/>
              </a:gs>
              <a:gs pos="42000">
                <a:srgbClr val="FFB0BD"/>
              </a:gs>
              <a:gs pos="100000">
                <a:srgbClr val="FFEEF0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FFE8EB"/>
              </a:gs>
              <a:gs pos="100000">
                <a:srgbClr val="FFFAFA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FECBD2"/>
              </a:gs>
              <a:gs pos="64000">
                <a:srgbClr val="FFF3F4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FECAD1"/>
              </a:gs>
              <a:gs pos="100000">
                <a:srgbClr val="FFEEF0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FFE3E6"/>
              </a:gs>
              <a:gs pos="100000">
                <a:srgbClr val="FFF4F6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211416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211416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E05A7F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6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6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211416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FC99AC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211416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543F41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543F41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E05A7F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211416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211416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543F41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211416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6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275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41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543F41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05A7F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F0C4CA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6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275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41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543F41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05A7F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F0C4CA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6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275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41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543F41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05A7F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F0C4CA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6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275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41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543F41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05A7F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F0C4CA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FC99AC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E7275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8E7275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E05A7F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211416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211416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543F41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211416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6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275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41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543F41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05A7F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F0C4CA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6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E05A7F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275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41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543F41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05A7F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F0C4CA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6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275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41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543F41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05A7F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F0C4CA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6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275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41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543F41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05A7F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F0C4CA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FC99AC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E7275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8E7275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211416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E7275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8E7275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211416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211416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E7275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8E7275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211416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8E7275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F0C4CA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E7275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8E7275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F0C4CA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E7275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8E7275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8E7275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211416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粉1 樱花粉</dc:subject>
  <cp:keywords/>
  <dc:description>Made with baoyan-poster-template</dc:description>
</cp:coreProperties>
</file>