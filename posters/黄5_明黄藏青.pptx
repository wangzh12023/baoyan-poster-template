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BE0"/>
            </a:gs>
            <a:gs pos="56000">
              <a:srgbClr val="FFFFFA"/>
            </a:gs>
            <a:gs pos="100000">
              <a:srgbClr val="FDF8D2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F8D7"/>
              </a:gs>
              <a:gs pos="42000">
                <a:srgbClr val="FDDC19"/>
              </a:gs>
              <a:gs pos="100000">
                <a:srgbClr val="FFF9D9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F6CB"/>
              </a:gs>
              <a:gs pos="100000">
                <a:srgbClr val="FFFDF3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FE97E"/>
              </a:gs>
              <a:gs pos="64000">
                <a:srgbClr val="FFFBE4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FE87A"/>
              </a:gs>
              <a:gs pos="100000">
                <a:srgbClr val="FFF9D9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F4BF"/>
              </a:gs>
              <a:gs pos="100000">
                <a:srgbClr val="FFFBE7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11A2D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11A2D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1F3C86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A2D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A2D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11A2D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0D116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11A2D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D4556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D4556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1F3C86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11A2D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11A2D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D4556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11A2D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A2D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3C86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DDD5B4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A2D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3C86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DDD5B4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A2D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3C86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DDD5B4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A2D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3C86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DDD5B4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0D116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707A90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1F3C86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11A2D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11A2D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D4556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11A2D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A2D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3C86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DDD5B4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A2D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1F3C86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3C86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DDD5B4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A2D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3C86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DDD5B4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A2D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3C86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DDD5B4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0D116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707A90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11A2D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07A90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707A90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11A2D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11A2D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07A90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707A90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11A2D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707A90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DDD5B4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07A90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707A90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DDD5B4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07A90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707A90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707A90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11A2D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黄5 明黄藏青</dc:subject>
  <cp:keywords/>
  <dc:description>Made with baoyan-poster-template</dc:description>
</cp:coreProperties>
</file>