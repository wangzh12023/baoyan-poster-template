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FFFF9"/>
            </a:gs>
            <a:gs pos="56000">
              <a:srgbClr val="FFFFFF"/>
            </a:gs>
            <a:gs pos="100000">
              <a:srgbClr val="EDFFF8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DCFFF0"/>
              </a:gs>
              <a:gs pos="42000">
                <a:srgbClr val="40F5C7"/>
              </a:gs>
              <a:gs pos="100000">
                <a:srgbClr val="DEFFF1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D0FFED"/>
              </a:gs>
              <a:gs pos="100000">
                <a:srgbClr val="F5FFFB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91FADB"/>
              </a:gs>
              <a:gs pos="64000">
                <a:srgbClr val="E7FFF6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8BFADD"/>
              </a:gs>
              <a:gs pos="100000">
                <a:srgbClr val="DDFFF2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C3FFEA"/>
              </a:gs>
              <a:gs pos="100000">
                <a:srgbClr val="EAFFF7"/>
              </a:gs>
            </a:gsLst>
            <a:lin ang="5400000"/>
          </a:gradFill>
          <a:ln w="0"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</dc:title>
  <dc:creator/>
  <cp:lastModifiedBy/>
  <cp:revision>1</cp:revision>
  <dcterms:created xsi:type="dcterms:W3CDTF">2026-01-01T00:00:00Z</dcterms:created>
  <dcterms:modified xsi:type="dcterms:W3CDTF">2026-01-01T00:00:00Z</dcterms:modified>
  <dc:subject/>
  <cp:keywords/>
  <dc:description/>
</cp:coreProperties>
</file>